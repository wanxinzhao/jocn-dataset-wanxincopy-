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notesSlides/notesSlide1.xml" ContentType="application/vnd.openxmlformats-officedocument.presentationml.notesSlid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2.xml" ContentType="application/vnd.openxmlformats-officedocument.presentationml.notesSlide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notesSlides/notesSlide3.xml" ContentType="application/vnd.openxmlformats-officedocument.presentationml.notesSlide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notesSlides/notesSlide4.xml" ContentType="application/vnd.openxmlformats-officedocument.presentationml.notesSlide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notesSlides/notesSlide5.xml" ContentType="application/vnd.openxmlformats-officedocument.presentationml.notesSlide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notesSlides/notesSlide6.xml" ContentType="application/vnd.openxmlformats-officedocument.presentationml.notesSlide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notesSlides/notesSlide7.xml" ContentType="application/vnd.openxmlformats-officedocument.presentationml.notesSlide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notesSlides/notesSlide8.xml" ContentType="application/vnd.openxmlformats-officedocument.presentationml.notesSlide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notesSlides/notesSlide9.xml" ContentType="application/vnd.openxmlformats-officedocument.presentationml.notesSlide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notesSlides/notesSlide10.xml" ContentType="application/vnd.openxmlformats-officedocument.presentationml.notesSlide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8" r:id="rId4"/>
  </p:sldMasterIdLst>
  <p:notesMasterIdLst>
    <p:notesMasterId r:id="rId34"/>
  </p:notesMasterIdLst>
  <p:sldIdLst>
    <p:sldId id="1343" r:id="rId5"/>
    <p:sldId id="1345" r:id="rId6"/>
    <p:sldId id="1344" r:id="rId7"/>
    <p:sldId id="1346" r:id="rId8"/>
    <p:sldId id="1348" r:id="rId9"/>
    <p:sldId id="1349" r:id="rId10"/>
    <p:sldId id="1350" r:id="rId11"/>
    <p:sldId id="1351" r:id="rId12"/>
    <p:sldId id="1354" r:id="rId13"/>
    <p:sldId id="1355" r:id="rId14"/>
    <p:sldId id="1358" r:id="rId15"/>
    <p:sldId id="1359" r:id="rId16"/>
    <p:sldId id="1352" r:id="rId17"/>
    <p:sldId id="1353" r:id="rId18"/>
    <p:sldId id="1356" r:id="rId19"/>
    <p:sldId id="1360" r:id="rId20"/>
    <p:sldId id="1361" r:id="rId21"/>
    <p:sldId id="1362" r:id="rId22"/>
    <p:sldId id="1363" r:id="rId23"/>
    <p:sldId id="1369" r:id="rId24"/>
    <p:sldId id="1364" r:id="rId25"/>
    <p:sldId id="1366" r:id="rId26"/>
    <p:sldId id="1367" r:id="rId27"/>
    <p:sldId id="1368" r:id="rId28"/>
    <p:sldId id="1347" r:id="rId29"/>
    <p:sldId id="1370" r:id="rId30"/>
    <p:sldId id="1372" r:id="rId31"/>
    <p:sldId id="1371" r:id="rId32"/>
    <p:sldId id="1373" r:id="rId33"/>
  </p:sldIdLst>
  <p:sldSz cx="3599973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5AE63C-5B8B-B6C7-CF77-AB4DC2CF5AC6}" name="Sen Shen" initials="SS" userId="S::po19996@bristol.ac.uk::baf8d8f2-f1ba-4a39-8f58-4ae656356107" providerId="AD"/>
  <p188:author id="{36393BDA-A41F-D855-2FA2-D477AF0CEB6E}" name="Shuangyi Yan" initials="SY" userId="S::sy13201@bristol.ac.uk::28c935b7-16ce-4db8-88c3-6b85260e9c4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7D4"/>
    <a:srgbClr val="F6E7D6"/>
    <a:srgbClr val="F7E1D5"/>
    <a:srgbClr val="B38DD9"/>
    <a:srgbClr val="DE88C7"/>
    <a:srgbClr val="F8EDEC"/>
    <a:srgbClr val="E9EEF3"/>
    <a:srgbClr val="E9EDF3"/>
    <a:srgbClr val="E3DD29"/>
    <a:srgbClr val="E12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0669F-F58C-4E7A-B82E-D94227A3A3CD}" v="339" dt="2026-05-11T16:56:31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5" autoAdjust="0"/>
  </p:normalViewPr>
  <p:slideViewPr>
    <p:cSldViewPr snapToGrid="0">
      <p:cViewPr>
        <p:scale>
          <a:sx n="80" d="100"/>
          <a:sy n="80" d="100"/>
        </p:scale>
        <p:origin x="-3840" y="-3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 Shen" userId="baf8d8f2-f1ba-4a39-8f58-4ae656356107" providerId="ADAL" clId="{B52557F7-4A18-4181-8FB3-A3BE7527DE24}"/>
    <pc:docChg chg="undo custSel addSld modSld">
      <pc:chgData name="Sen Shen" userId="baf8d8f2-f1ba-4a39-8f58-4ae656356107" providerId="ADAL" clId="{B52557F7-4A18-4181-8FB3-A3BE7527DE24}" dt="2026-05-11T16:56:53.076" v="2825" actId="1037"/>
      <pc:docMkLst>
        <pc:docMk/>
      </pc:docMkLst>
      <pc:sldChg chg="addSp delSp modSp mod">
        <pc:chgData name="Sen Shen" userId="baf8d8f2-f1ba-4a39-8f58-4ae656356107" providerId="ADAL" clId="{B52557F7-4A18-4181-8FB3-A3BE7527DE24}" dt="2026-05-11T16:56:53.076" v="2825" actId="1037"/>
        <pc:sldMkLst>
          <pc:docMk/>
          <pc:sldMk cId="0" sldId="1369"/>
        </pc:sldMkLst>
        <pc:spChg chg="mod">
          <ac:chgData name="Sen Shen" userId="baf8d8f2-f1ba-4a39-8f58-4ae656356107" providerId="ADAL" clId="{B52557F7-4A18-4181-8FB3-A3BE7527DE24}" dt="2026-05-11T16:33:45.287" v="2621" actId="207"/>
          <ac:spMkLst>
            <pc:docMk/>
            <pc:sldMk cId="0" sldId="1369"/>
            <ac:spMk id="10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3:33.852" v="2620" actId="207"/>
          <ac:spMkLst>
            <pc:docMk/>
            <pc:sldMk cId="0" sldId="1369"/>
            <ac:spMk id="11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7:06.984" v="2705" actId="207"/>
          <ac:spMkLst>
            <pc:docMk/>
            <pc:sldMk cId="0" sldId="1369"/>
            <ac:spMk id="13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3:49.650" v="2622" actId="207"/>
          <ac:spMkLst>
            <pc:docMk/>
            <pc:sldMk cId="0" sldId="1369"/>
            <ac:spMk id="18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48:53.960" v="2709" actId="207"/>
          <ac:spMkLst>
            <pc:docMk/>
            <pc:sldMk cId="0" sldId="1369"/>
            <ac:spMk id="19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0:05.717" v="2603" actId="208"/>
          <ac:spMkLst>
            <pc:docMk/>
            <pc:sldMk cId="0" sldId="1369"/>
            <ac:spMk id="34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5:41.446" v="2683" actId="20577"/>
          <ac:spMkLst>
            <pc:docMk/>
            <pc:sldMk cId="0" sldId="1369"/>
            <ac:spMk id="41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1:07.959" v="2609" actId="207"/>
          <ac:spMkLst>
            <pc:docMk/>
            <pc:sldMk cId="0" sldId="1369"/>
            <ac:spMk id="48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4:57.042" v="2650" actId="20577"/>
          <ac:spMkLst>
            <pc:docMk/>
            <pc:sldMk cId="0" sldId="1369"/>
            <ac:spMk id="50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3:15.125" v="2617" actId="207"/>
          <ac:spMkLst>
            <pc:docMk/>
            <pc:sldMk cId="0" sldId="1369"/>
            <ac:spMk id="51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3:03.237" v="2615" actId="207"/>
          <ac:spMkLst>
            <pc:docMk/>
            <pc:sldMk cId="0" sldId="1369"/>
            <ac:spMk id="56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1:19.917" v="2611" actId="207"/>
          <ac:spMkLst>
            <pc:docMk/>
            <pc:sldMk cId="0" sldId="1369"/>
            <ac:spMk id="61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14:20.778" v="2483" actId="208"/>
          <ac:spMkLst>
            <pc:docMk/>
            <pc:sldMk cId="0" sldId="1369"/>
            <ac:spMk id="95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5:59" v="2564" actId="208"/>
          <ac:spMkLst>
            <pc:docMk/>
            <pc:sldMk cId="0" sldId="1369"/>
            <ac:spMk id="114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3:08.177" v="2616" actId="207"/>
          <ac:spMkLst>
            <pc:docMk/>
            <pc:sldMk cId="0" sldId="1369"/>
            <ac:spMk id="117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6:56.878" v="2571" actId="208"/>
          <ac:spMkLst>
            <pc:docMk/>
            <pc:sldMk cId="0" sldId="1369"/>
            <ac:spMk id="120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80" creationId="{EB7562B0-03D9-8BA6-5388-D3CC77817323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84" creationId="{2D6ADCD1-A47D-A6BE-BDF7-45B9C182D77D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85" creationId="{55D84FD6-721A-6E8E-4397-D926685FE975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87" creationId="{8157D681-02E0-8E85-F6B2-23FB2A428750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88" creationId="{B23884F4-35E5-03C6-DDCE-915918EDF99B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89" creationId="{BFBAF1E5-9052-FB4C-3FA1-BFC42D3ECCCD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90" creationId="{FA670FB2-5D33-26AF-182F-5F46EBECFE48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94" creationId="{DD8D9F76-F415-A915-8E80-262BAA4C9EBD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95" creationId="{3D8EF961-0466-2420-4458-77578B3D9311}"/>
          </ac:spMkLst>
        </pc:spChg>
        <pc:spChg chg="mod">
          <ac:chgData name="Sen Shen" userId="baf8d8f2-f1ba-4a39-8f58-4ae656356107" providerId="ADAL" clId="{B52557F7-4A18-4181-8FB3-A3BE7527DE24}" dt="2026-05-11T16:27:22.211" v="2578" actId="1035"/>
          <ac:spMkLst>
            <pc:docMk/>
            <pc:sldMk cId="0" sldId="1369"/>
            <ac:spMk id="196" creationId="{21F32ADF-0E96-AA53-0D12-6C685F378D2F}"/>
          </ac:spMkLst>
        </pc:spChg>
        <pc:spChg chg="mod">
          <ac:chgData name="Sen Shen" userId="baf8d8f2-f1ba-4a39-8f58-4ae656356107" providerId="ADAL" clId="{B52557F7-4A18-4181-8FB3-A3BE7527DE24}" dt="2026-05-11T16:55:23.734" v="2768" actId="1076"/>
          <ac:spMkLst>
            <pc:docMk/>
            <pc:sldMk cId="0" sldId="1369"/>
            <ac:spMk id="212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6:51.735" v="2701" actId="207"/>
          <ac:spMkLst>
            <pc:docMk/>
            <pc:sldMk cId="0" sldId="1369"/>
            <ac:spMk id="214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18" creationId="{A6E79D08-471B-E702-FED0-AF7D96D10B33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19" creationId="{C175C85B-47E1-04CD-6025-74770FA43BFA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20" creationId="{E36F9B0C-7FAA-719E-6473-AC1BCB980B66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21" creationId="{92D5BB0F-6802-E09B-E813-D61B77F1AC80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22" creationId="{2EE16BD3-9766-0691-5723-E4C8C1045866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23" creationId="{096F0DF7-BC25-E3D3-B764-8A6DE80B5858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24" creationId="{481E3D53-FBD6-31F9-E02E-74DEB7983336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25" creationId="{51A07B30-799B-245D-9CC8-CB69F3F0A149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30" creationId="{40672316-DF8B-3F70-1726-04C01B54C364}"/>
          </ac:spMkLst>
        </pc:spChg>
        <pc:spChg chg="mod">
          <ac:chgData name="Sen Shen" userId="baf8d8f2-f1ba-4a39-8f58-4ae656356107" providerId="ADAL" clId="{B52557F7-4A18-4181-8FB3-A3BE7527DE24}" dt="2026-05-11T16:28:09.827" v="2595" actId="1076"/>
          <ac:spMkLst>
            <pc:docMk/>
            <pc:sldMk cId="0" sldId="1369"/>
            <ac:spMk id="232" creationId="{453AF40A-8934-9684-9CC8-C37652EE13D4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44" creationId="{1BE7B07D-CE41-8653-1C6B-DE7D8A0266EB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45" creationId="{AA724868-B264-AC3E-CA8A-D1D3F45B620E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46" creationId="{537091E6-1A84-C512-66A0-DF413C08B85A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47" creationId="{1A7D1FA8-78C7-ACCB-EDED-4BFB84D09246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48" creationId="{E4821F16-40D7-AA56-EC2D-CF029F29605C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49" creationId="{17B45AF9-2B12-A63F-9239-CCED385BB5EF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51" creationId="{A0C3BA58-248A-313B-C046-4D03F93DA440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54" creationId="{1AE4A1FA-BA81-AC8A-89CA-A2F0BBBEC08E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55" creationId="{9DD03061-D8EF-D3F2-02B7-A881589C4A92}"/>
          </ac:spMkLst>
        </pc:spChg>
        <pc:spChg chg="mod">
          <ac:chgData name="Sen Shen" userId="baf8d8f2-f1ba-4a39-8f58-4ae656356107" providerId="ADAL" clId="{B52557F7-4A18-4181-8FB3-A3BE7527DE24}" dt="2026-05-11T16:27:45.359" v="2589" actId="1035"/>
          <ac:spMkLst>
            <pc:docMk/>
            <pc:sldMk cId="0" sldId="1369"/>
            <ac:spMk id="256" creationId="{5645B301-0DC0-73FA-7E4B-9A3D5061989B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261" creationId="{270BC5C8-C2BF-5752-7E9E-B3EA2AC9ABBC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280" creationId="{ED188655-C027-49AD-3125-2734AC8DF416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287" creationId="{D7969744-A3EE-AF7D-4742-8669642B21AF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288" creationId="{39941122-07C5-2A48-8F22-963C121B65A9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290" creationId="{DEB13B7A-EAA4-CC52-9787-B068B66F3AB5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296" creationId="{06EB8826-B894-635B-EA95-89594C887BC0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298" creationId="{E960AB5E-FE36-9D0A-99D2-3201AF3DBDBE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300" creationId="{4513680E-3050-185F-6E63-0D46538D9523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304" creationId="{F790E49B-FF5C-B5DB-C199-355ABEC1E631}"/>
          </ac:spMkLst>
        </pc:spChg>
        <pc:spChg chg="mod">
          <ac:chgData name="Sen Shen" userId="baf8d8f2-f1ba-4a39-8f58-4ae656356107" providerId="ADAL" clId="{B52557F7-4A18-4181-8FB3-A3BE7527DE24}" dt="2026-05-11T16:27:55.062" v="2591" actId="1076"/>
          <ac:spMkLst>
            <pc:docMk/>
            <pc:sldMk cId="0" sldId="1369"/>
            <ac:spMk id="305" creationId="{E6EA53F2-E179-A7D3-DA2B-3B6F9E4C4C73}"/>
          </ac:spMkLst>
        </pc:spChg>
        <pc:spChg chg="mod">
          <ac:chgData name="Sen Shen" userId="baf8d8f2-f1ba-4a39-8f58-4ae656356107" providerId="ADAL" clId="{B52557F7-4A18-4181-8FB3-A3BE7527DE24}" dt="2026-05-11T16:15:22.562" v="2489" actId="1582"/>
          <ac:spMkLst>
            <pc:docMk/>
            <pc:sldMk cId="0" sldId="1369"/>
            <ac:spMk id="310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11" creationId="{644B7DA1-6DD1-A67F-B389-775354B0EFE1}"/>
          </ac:spMkLst>
        </pc:spChg>
        <pc:spChg chg="mod">
          <ac:chgData name="Sen Shen" userId="baf8d8f2-f1ba-4a39-8f58-4ae656356107" providerId="ADAL" clId="{B52557F7-4A18-4181-8FB3-A3BE7527DE24}" dt="2026-05-11T16:37:02.636" v="2704" actId="207"/>
          <ac:spMkLst>
            <pc:docMk/>
            <pc:sldMk cId="0" sldId="1369"/>
            <ac:spMk id="313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6:59.076" v="2703" actId="207"/>
          <ac:spMkLst>
            <pc:docMk/>
            <pc:sldMk cId="0" sldId="1369"/>
            <ac:spMk id="314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6:55.840" v="2702" actId="207"/>
          <ac:spMkLst>
            <pc:docMk/>
            <pc:sldMk cId="0" sldId="1369"/>
            <ac:spMk id="315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20" creationId="{E4CB8135-A0AD-C8EF-6269-CFDB124783B4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21" creationId="{B169C483-CBA5-8710-B437-13A2D5136DCC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23" creationId="{65BB309D-2F43-4D57-6AAD-95BAA6111424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24" creationId="{71789179-B1A6-71E0-B1DB-90195102115E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25" creationId="{114DEEE5-FB28-16EE-A7D1-605AFA046EFA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28" creationId="{B0840D01-693E-9CA7-5807-EA84FD7A6621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29" creationId="{9C4A06DF-E102-DB5E-C5E1-AC4D25D82FE0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30" creationId="{FBA2A5D0-87FC-F795-3B50-9CEC6D83E075}"/>
          </ac:spMkLst>
        </pc:spChg>
        <pc:spChg chg="mod">
          <ac:chgData name="Sen Shen" userId="baf8d8f2-f1ba-4a39-8f58-4ae656356107" providerId="ADAL" clId="{B52557F7-4A18-4181-8FB3-A3BE7527DE24}" dt="2026-05-11T16:28:00.887" v="2593" actId="1076"/>
          <ac:spMkLst>
            <pc:docMk/>
            <pc:sldMk cId="0" sldId="1369"/>
            <ac:spMk id="331" creationId="{C9310D9E-2F69-28E0-B667-6ADDD537263D}"/>
          </ac:spMkLst>
        </pc:spChg>
        <pc:spChg chg="add mod">
          <ac:chgData name="Sen Shen" userId="baf8d8f2-f1ba-4a39-8f58-4ae656356107" providerId="ADAL" clId="{B52557F7-4A18-4181-8FB3-A3BE7527DE24}" dt="2026-05-11T16:56:22.421" v="2800" actId="14100"/>
          <ac:spMkLst>
            <pc:docMk/>
            <pc:sldMk cId="0" sldId="1369"/>
            <ac:spMk id="333" creationId="{6393A856-BD68-D2BA-7A35-2BA0BC9C7AB2}"/>
          </ac:spMkLst>
        </pc:spChg>
        <pc:spChg chg="add mod">
          <ac:chgData name="Sen Shen" userId="baf8d8f2-f1ba-4a39-8f58-4ae656356107" providerId="ADAL" clId="{B52557F7-4A18-4181-8FB3-A3BE7527DE24}" dt="2026-05-11T16:56:50.378" v="2823" actId="1038"/>
          <ac:spMkLst>
            <pc:docMk/>
            <pc:sldMk cId="0" sldId="1369"/>
            <ac:spMk id="334" creationId="{CBCFCC74-D4A7-C653-9406-E06AC90C4FEC}"/>
          </ac:spMkLst>
        </pc:spChg>
        <pc:spChg chg="mod">
          <ac:chgData name="Sen Shen" userId="baf8d8f2-f1ba-4a39-8f58-4ae656356107" providerId="ADAL" clId="{B52557F7-4A18-4181-8FB3-A3BE7527DE24}" dt="2026-05-11T16:21:37.650" v="2497" actId="478"/>
          <ac:spMkLst>
            <pc:docMk/>
            <pc:sldMk cId="0" sldId="1369"/>
            <ac:spMk id="472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9:20.260" v="2600" actId="208"/>
          <ac:spMkLst>
            <pc:docMk/>
            <pc:sldMk cId="0" sldId="1369"/>
            <ac:spMk id="474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0:27.076" v="2604" actId="207"/>
          <ac:spMkLst>
            <pc:docMk/>
            <pc:sldMk cId="0" sldId="1369"/>
            <ac:spMk id="475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25:14.190" v="2558" actId="1037"/>
          <ac:spMkLst>
            <pc:docMk/>
            <pc:sldMk cId="0" sldId="1369"/>
            <ac:spMk id="476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0:51.071" v="2606" actId="207"/>
          <ac:spMkLst>
            <pc:docMk/>
            <pc:sldMk cId="0" sldId="1369"/>
            <ac:spMk id="489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0:36.780" v="2605" actId="207"/>
          <ac:spMkLst>
            <pc:docMk/>
            <pc:sldMk cId="0" sldId="1369"/>
            <ac:spMk id="490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1:03.117" v="2608" actId="207"/>
          <ac:spMkLst>
            <pc:docMk/>
            <pc:sldMk cId="0" sldId="1369"/>
            <ac:spMk id="491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1:15.314" v="2610" actId="207"/>
          <ac:spMkLst>
            <pc:docMk/>
            <pc:sldMk cId="0" sldId="1369"/>
            <ac:spMk id="492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0:55.558" v="2607" actId="207"/>
          <ac:spMkLst>
            <pc:docMk/>
            <pc:sldMk cId="0" sldId="1369"/>
            <ac:spMk id="495" creationId="{00000000-0000-0000-0000-000000000000}"/>
          </ac:spMkLst>
        </pc:spChg>
        <pc:spChg chg="add mod">
          <ac:chgData name="Sen Shen" userId="baf8d8f2-f1ba-4a39-8f58-4ae656356107" providerId="ADAL" clId="{B52557F7-4A18-4181-8FB3-A3BE7527DE24}" dt="2026-05-11T16:25:24.562" v="2560" actId="1076"/>
          <ac:spMkLst>
            <pc:docMk/>
            <pc:sldMk cId="0" sldId="1369"/>
            <ac:spMk id="496" creationId="{2857BAFC-784E-F311-35B5-5275375030C1}"/>
          </ac:spMkLst>
        </pc:spChg>
        <pc:spChg chg="mod">
          <ac:chgData name="Sen Shen" userId="baf8d8f2-f1ba-4a39-8f58-4ae656356107" providerId="ADAL" clId="{B52557F7-4A18-4181-8FB3-A3BE7527DE24}" dt="2026-05-11T16:35:18.012" v="2674" actId="20577"/>
          <ac:spMkLst>
            <pc:docMk/>
            <pc:sldMk cId="0" sldId="1369"/>
            <ac:spMk id="498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49:26.766" v="2713" actId="207"/>
          <ac:spMkLst>
            <pc:docMk/>
            <pc:sldMk cId="0" sldId="1369"/>
            <ac:spMk id="500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13:36.941" v="2480" actId="693"/>
          <ac:spMkLst>
            <pc:docMk/>
            <pc:sldMk cId="0" sldId="1369"/>
            <ac:spMk id="502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11:45.067" v="2475" actId="114"/>
          <ac:spMkLst>
            <pc:docMk/>
            <pc:sldMk cId="0" sldId="1369"/>
            <ac:spMk id="503" creationId="{00000000-0000-0000-0000-000000000000}"/>
          </ac:spMkLst>
        </pc:spChg>
        <pc:spChg chg="mod">
          <ac:chgData name="Sen Shen" userId="baf8d8f2-f1ba-4a39-8f58-4ae656356107" providerId="ADAL" clId="{B52557F7-4A18-4181-8FB3-A3BE7527DE24}" dt="2026-05-11T16:35:56.358" v="2694" actId="20577"/>
          <ac:spMkLst>
            <pc:docMk/>
            <pc:sldMk cId="0" sldId="1369"/>
            <ac:spMk id="504" creationId="{00000000-0000-0000-0000-000000000000}"/>
          </ac:spMkLst>
        </pc:spChg>
        <pc:grpChg chg="del">
          <ac:chgData name="Sen Shen" userId="baf8d8f2-f1ba-4a39-8f58-4ae656356107" providerId="ADAL" clId="{B52557F7-4A18-4181-8FB3-A3BE7527DE24}" dt="2026-05-11T16:28:03.079" v="2594" actId="478"/>
          <ac:grpSpMkLst>
            <pc:docMk/>
            <pc:sldMk cId="0" sldId="1369"/>
            <ac:grpSpMk id="140" creationId="{00000000-0000-0000-0000-000000000000}"/>
          </ac:grpSpMkLst>
        </pc:grpChg>
        <pc:grpChg chg="del">
          <ac:chgData name="Sen Shen" userId="baf8d8f2-f1ba-4a39-8f58-4ae656356107" providerId="ADAL" clId="{B52557F7-4A18-4181-8FB3-A3BE7527DE24}" dt="2026-05-11T16:27:07.763" v="2574" actId="478"/>
          <ac:grpSpMkLst>
            <pc:docMk/>
            <pc:sldMk cId="0" sldId="1369"/>
            <ac:grpSpMk id="401" creationId="{00000000-0000-0000-0000-000000000000}"/>
          </ac:grpSpMkLst>
        </pc:grpChg>
        <pc:grpChg chg="del">
          <ac:chgData name="Sen Shen" userId="baf8d8f2-f1ba-4a39-8f58-4ae656356107" providerId="ADAL" clId="{B52557F7-4A18-4181-8FB3-A3BE7527DE24}" dt="2026-05-11T16:27:36.909" v="2587" actId="478"/>
          <ac:grpSpMkLst>
            <pc:docMk/>
            <pc:sldMk cId="0" sldId="1369"/>
            <ac:grpSpMk id="402" creationId="{00000000-0000-0000-0000-000000000000}"/>
          </ac:grpSpMkLst>
        </pc:grpChg>
        <pc:grpChg chg="del">
          <ac:chgData name="Sen Shen" userId="baf8d8f2-f1ba-4a39-8f58-4ae656356107" providerId="ADAL" clId="{B52557F7-4A18-4181-8FB3-A3BE7527DE24}" dt="2026-05-11T16:27:47.573" v="2590" actId="478"/>
          <ac:grpSpMkLst>
            <pc:docMk/>
            <pc:sldMk cId="0" sldId="1369"/>
            <ac:grpSpMk id="422" creationId="{00000000-0000-0000-0000-000000000000}"/>
          </ac:grpSpMkLst>
        </pc:grpChg>
        <pc:grpChg chg="del">
          <ac:chgData name="Sen Shen" userId="baf8d8f2-f1ba-4a39-8f58-4ae656356107" providerId="ADAL" clId="{B52557F7-4A18-4181-8FB3-A3BE7527DE24}" dt="2026-05-11T16:27:58.092" v="2592" actId="478"/>
          <ac:grpSpMkLst>
            <pc:docMk/>
            <pc:sldMk cId="0" sldId="1369"/>
            <ac:grpSpMk id="442" creationId="{00000000-0000-0000-0000-000000000000}"/>
          </ac:grpSpMkLst>
        </pc:grpChg>
        <pc:grpChg chg="del mod">
          <ac:chgData name="Sen Shen" userId="baf8d8f2-f1ba-4a39-8f58-4ae656356107" providerId="ADAL" clId="{B52557F7-4A18-4181-8FB3-A3BE7527DE24}" dt="2026-05-11T16:21:39.903" v="2498" actId="478"/>
          <ac:grpSpMkLst>
            <pc:docMk/>
            <pc:sldMk cId="0" sldId="1369"/>
            <ac:grpSpMk id="469" creationId="{00000000-0000-0000-0000-000000000000}"/>
          </ac:grpSpMkLst>
        </pc:grpChg>
        <pc:grpChg chg="del mod">
          <ac:chgData name="Sen Shen" userId="baf8d8f2-f1ba-4a39-8f58-4ae656356107" providerId="ADAL" clId="{B52557F7-4A18-4181-8FB3-A3BE7527DE24}" dt="2026-05-11T16:21:44.364" v="2500" actId="478"/>
          <ac:grpSpMkLst>
            <pc:docMk/>
            <pc:sldMk cId="0" sldId="1369"/>
            <ac:grpSpMk id="480" creationId="{00000000-0000-0000-0000-000000000000}"/>
          </ac:grpSpMkLst>
        </pc:grpChg>
        <pc:picChg chg="add mod">
          <ac:chgData name="Sen Shen" userId="baf8d8f2-f1ba-4a39-8f58-4ae656356107" providerId="ADAL" clId="{B52557F7-4A18-4181-8FB3-A3BE7527DE24}" dt="2026-05-11T16:23:21.296" v="2514" actId="1076"/>
          <ac:picMkLst>
            <pc:docMk/>
            <pc:sldMk cId="0" sldId="1369"/>
            <ac:picMk id="36" creationId="{512BE289-4541-0E30-ADEB-45D054F5DEC8}"/>
          </ac:picMkLst>
        </pc:picChg>
        <pc:picChg chg="add mod">
          <ac:chgData name="Sen Shen" userId="baf8d8f2-f1ba-4a39-8f58-4ae656356107" providerId="ADAL" clId="{B52557F7-4A18-4181-8FB3-A3BE7527DE24}" dt="2026-05-11T16:21:55.101" v="2502" actId="1076"/>
          <ac:picMkLst>
            <pc:docMk/>
            <pc:sldMk cId="0" sldId="1369"/>
            <ac:picMk id="57" creationId="{98B10B38-AED7-B0C5-CF91-17ADE42D3228}"/>
          </ac:picMkLst>
        </pc:picChg>
        <pc:picChg chg="add mod">
          <ac:chgData name="Sen Shen" userId="baf8d8f2-f1ba-4a39-8f58-4ae656356107" providerId="ADAL" clId="{B52557F7-4A18-4181-8FB3-A3BE7527DE24}" dt="2026-05-11T16:22:06.170" v="2504" actId="1076"/>
          <ac:picMkLst>
            <pc:docMk/>
            <pc:sldMk cId="0" sldId="1369"/>
            <ac:picMk id="60" creationId="{E78A0694-2063-54D8-3275-95FFFFEB6F74}"/>
          </ac:picMkLst>
        </pc:picChg>
        <pc:picChg chg="add mod">
          <ac:chgData name="Sen Shen" userId="baf8d8f2-f1ba-4a39-8f58-4ae656356107" providerId="ADAL" clId="{B52557F7-4A18-4181-8FB3-A3BE7527DE24}" dt="2026-05-11T16:22:36.658" v="2513" actId="1038"/>
          <ac:picMkLst>
            <pc:docMk/>
            <pc:sldMk cId="0" sldId="1369"/>
            <ac:picMk id="63" creationId="{EAB83068-CF1D-857D-64C7-229C4812B70F}"/>
          </ac:picMkLst>
        </pc:picChg>
        <pc:picChg chg="mod">
          <ac:chgData name="Sen Shen" userId="baf8d8f2-f1ba-4a39-8f58-4ae656356107" providerId="ADAL" clId="{B52557F7-4A18-4181-8FB3-A3BE7527DE24}" dt="2026-05-11T16:55:31.880" v="2770" actId="1076"/>
          <ac:picMkLst>
            <pc:docMk/>
            <pc:sldMk cId="0" sldId="1369"/>
            <ac:picMk id="67" creationId="{00000000-0000-0000-0000-000000000000}"/>
          </ac:picMkLst>
        </pc:picChg>
        <pc:picChg chg="mod">
          <ac:chgData name="Sen Shen" userId="baf8d8f2-f1ba-4a39-8f58-4ae656356107" providerId="ADAL" clId="{B52557F7-4A18-4181-8FB3-A3BE7527DE24}" dt="2026-05-11T16:22:19.400" v="2508" actId="1076"/>
          <ac:picMkLst>
            <pc:docMk/>
            <pc:sldMk cId="0" sldId="1369"/>
            <ac:picMk id="97" creationId="{00000000-0000-0000-0000-000000000000}"/>
          </ac:picMkLst>
        </pc:picChg>
        <pc:picChg chg="del">
          <ac:chgData name="Sen Shen" userId="baf8d8f2-f1ba-4a39-8f58-4ae656356107" providerId="ADAL" clId="{B52557F7-4A18-4181-8FB3-A3BE7527DE24}" dt="2026-05-11T16:23:55.389" v="2522" actId="478"/>
          <ac:picMkLst>
            <pc:docMk/>
            <pc:sldMk cId="0" sldId="1369"/>
            <ac:picMk id="200" creationId="{00000000-0000-0000-0000-000000000000}"/>
          </ac:picMkLst>
        </pc:picChg>
        <pc:picChg chg="mod">
          <ac:chgData name="Sen Shen" userId="baf8d8f2-f1ba-4a39-8f58-4ae656356107" providerId="ADAL" clId="{B52557F7-4A18-4181-8FB3-A3BE7527DE24}" dt="2026-05-11T16:56:26.707" v="2804" actId="1038"/>
          <ac:picMkLst>
            <pc:docMk/>
            <pc:sldMk cId="0" sldId="1369"/>
            <ac:picMk id="243" creationId="{00000000-0000-0000-0000-000000000000}"/>
          </ac:picMkLst>
        </pc:picChg>
        <pc:picChg chg="del">
          <ac:chgData name="Sen Shen" userId="baf8d8f2-f1ba-4a39-8f58-4ae656356107" providerId="ADAL" clId="{B52557F7-4A18-4181-8FB3-A3BE7527DE24}" dt="2026-05-11T16:23:53.788" v="2521" actId="478"/>
          <ac:picMkLst>
            <pc:docMk/>
            <pc:sldMk cId="0" sldId="1369"/>
            <ac:picMk id="276" creationId="{00000000-0000-0000-0000-000000000000}"/>
          </ac:picMkLst>
        </pc:picChg>
        <pc:picChg chg="del">
          <ac:chgData name="Sen Shen" userId="baf8d8f2-f1ba-4a39-8f58-4ae656356107" providerId="ADAL" clId="{B52557F7-4A18-4181-8FB3-A3BE7527DE24}" dt="2026-05-11T16:55:06.433" v="2760" actId="478"/>
          <ac:picMkLst>
            <pc:docMk/>
            <pc:sldMk cId="0" sldId="1369"/>
            <ac:picMk id="297" creationId="{00000000-0000-0000-0000-000000000000}"/>
          </ac:picMkLst>
        </pc:picChg>
        <pc:picChg chg="del">
          <ac:chgData name="Sen Shen" userId="baf8d8f2-f1ba-4a39-8f58-4ae656356107" providerId="ADAL" clId="{B52557F7-4A18-4181-8FB3-A3BE7527DE24}" dt="2026-05-11T16:55:08.438" v="2761" actId="478"/>
          <ac:picMkLst>
            <pc:docMk/>
            <pc:sldMk cId="0" sldId="1369"/>
            <ac:picMk id="299" creationId="{00000000-0000-0000-0000-000000000000}"/>
          </ac:picMkLst>
        </pc:picChg>
        <pc:picChg chg="add mod">
          <ac:chgData name="Sen Shen" userId="baf8d8f2-f1ba-4a39-8f58-4ae656356107" providerId="ADAL" clId="{B52557F7-4A18-4181-8FB3-A3BE7527DE24}" dt="2026-05-11T16:56:53.076" v="2825" actId="1037"/>
          <ac:picMkLst>
            <pc:docMk/>
            <pc:sldMk cId="0" sldId="1369"/>
            <ac:picMk id="332" creationId="{FDAFFE8B-1E3B-46E5-8AB7-503813DDDB01}"/>
          </ac:picMkLst>
        </pc:picChg>
        <pc:picChg chg="add mod">
          <ac:chgData name="Sen Shen" userId="baf8d8f2-f1ba-4a39-8f58-4ae656356107" providerId="ADAL" clId="{B52557F7-4A18-4181-8FB3-A3BE7527DE24}" dt="2026-05-11T16:23:29.704" v="2516" actId="1076"/>
          <ac:picMkLst>
            <pc:docMk/>
            <pc:sldMk cId="0" sldId="1369"/>
            <ac:picMk id="462" creationId="{A16A7104-A135-749E-422C-814ADFBA3FB5}"/>
          </ac:picMkLst>
        </pc:picChg>
        <pc:picChg chg="add mod">
          <ac:chgData name="Sen Shen" userId="baf8d8f2-f1ba-4a39-8f58-4ae656356107" providerId="ADAL" clId="{B52557F7-4A18-4181-8FB3-A3BE7527DE24}" dt="2026-05-11T16:23:37.329" v="2518" actId="1076"/>
          <ac:picMkLst>
            <pc:docMk/>
            <pc:sldMk cId="0" sldId="1369"/>
            <ac:picMk id="463" creationId="{0742D46C-BC0B-A899-E21B-A5D2DB2F97A2}"/>
          </ac:picMkLst>
        </pc:picChg>
        <pc:picChg chg="del">
          <ac:chgData name="Sen Shen" userId="baf8d8f2-f1ba-4a39-8f58-4ae656356107" providerId="ADAL" clId="{B52557F7-4A18-4181-8FB3-A3BE7527DE24}" dt="2026-05-11T16:21:41.693" v="2499" actId="478"/>
          <ac:picMkLst>
            <pc:docMk/>
            <pc:sldMk cId="0" sldId="1369"/>
            <ac:picMk id="464" creationId="{00000000-0000-0000-0000-000000000000}"/>
          </ac:picMkLst>
        </pc:picChg>
        <pc:picChg chg="mod">
          <ac:chgData name="Sen Shen" userId="baf8d8f2-f1ba-4a39-8f58-4ae656356107" providerId="ADAL" clId="{B52557F7-4A18-4181-8FB3-A3BE7527DE24}" dt="2026-05-11T16:25:30.039" v="2561" actId="1076"/>
          <ac:picMkLst>
            <pc:docMk/>
            <pc:sldMk cId="0" sldId="1369"/>
            <ac:picMk id="465" creationId="{00000000-0000-0000-0000-000000000000}"/>
          </ac:picMkLst>
        </pc:picChg>
        <pc:picChg chg="mod">
          <ac:chgData name="Sen Shen" userId="baf8d8f2-f1ba-4a39-8f58-4ae656356107" providerId="ADAL" clId="{B52557F7-4A18-4181-8FB3-A3BE7527DE24}" dt="2026-05-11T16:25:35.574" v="2562" actId="1076"/>
          <ac:picMkLst>
            <pc:docMk/>
            <pc:sldMk cId="0" sldId="1369"/>
            <ac:picMk id="466" creationId="{00000000-0000-0000-0000-000000000000}"/>
          </ac:picMkLst>
        </pc:picChg>
        <pc:picChg chg="add mod">
          <ac:chgData name="Sen Shen" userId="baf8d8f2-f1ba-4a39-8f58-4ae656356107" providerId="ADAL" clId="{B52557F7-4A18-4181-8FB3-A3BE7527DE24}" dt="2026-05-11T16:23:42.791" v="2520" actId="1076"/>
          <ac:picMkLst>
            <pc:docMk/>
            <pc:sldMk cId="0" sldId="1369"/>
            <ac:picMk id="467" creationId="{0226D026-A1E4-8DF5-91E5-21B71DE22ABA}"/>
          </ac:picMkLst>
        </pc:picChg>
        <pc:picChg chg="add mod">
          <ac:chgData name="Sen Shen" userId="baf8d8f2-f1ba-4a39-8f58-4ae656356107" providerId="ADAL" clId="{B52557F7-4A18-4181-8FB3-A3BE7527DE24}" dt="2026-05-11T16:24:21.179" v="2530" actId="1036"/>
          <ac:picMkLst>
            <pc:docMk/>
            <pc:sldMk cId="0" sldId="1369"/>
            <ac:picMk id="468" creationId="{0BE957D2-BB82-7771-690E-01B5FF90EB7A}"/>
          </ac:picMkLst>
        </pc:picChg>
        <pc:picChg chg="del mod">
          <ac:chgData name="Sen Shen" userId="baf8d8f2-f1ba-4a39-8f58-4ae656356107" providerId="ADAL" clId="{B52557F7-4A18-4181-8FB3-A3BE7527DE24}" dt="2026-05-11T16:21:37.650" v="2497" actId="478"/>
          <ac:picMkLst>
            <pc:docMk/>
            <pc:sldMk cId="0" sldId="1369"/>
            <ac:picMk id="470" creationId="{00000000-0000-0000-0000-000000000000}"/>
          </ac:picMkLst>
        </pc:picChg>
        <pc:picChg chg="mod">
          <ac:chgData name="Sen Shen" userId="baf8d8f2-f1ba-4a39-8f58-4ae656356107" providerId="ADAL" clId="{B52557F7-4A18-4181-8FB3-A3BE7527DE24}" dt="2026-05-11T16:21:37.650" v="2497" actId="478"/>
          <ac:picMkLst>
            <pc:docMk/>
            <pc:sldMk cId="0" sldId="1369"/>
            <ac:picMk id="471" creationId="{00000000-0000-0000-0000-000000000000}"/>
          </ac:picMkLst>
        </pc:picChg>
        <pc:picChg chg="add del mod">
          <ac:chgData name="Sen Shen" userId="baf8d8f2-f1ba-4a39-8f58-4ae656356107" providerId="ADAL" clId="{B52557F7-4A18-4181-8FB3-A3BE7527DE24}" dt="2026-05-11T16:24:18.723" v="2529" actId="478"/>
          <ac:picMkLst>
            <pc:docMk/>
            <pc:sldMk cId="0" sldId="1369"/>
            <ac:picMk id="473" creationId="{D34438BA-01DE-392F-B61B-1D6ED33981ED}"/>
          </ac:picMkLst>
        </pc:picChg>
        <pc:picChg chg="mod">
          <ac:chgData name="Sen Shen" userId="baf8d8f2-f1ba-4a39-8f58-4ae656356107" providerId="ADAL" clId="{B52557F7-4A18-4181-8FB3-A3BE7527DE24}" dt="2026-05-11T16:21:08.417" v="2490" actId="1076"/>
          <ac:picMkLst>
            <pc:docMk/>
            <pc:sldMk cId="0" sldId="1369"/>
            <ac:picMk id="481" creationId="{00000000-0000-0000-0000-000000000000}"/>
          </ac:picMkLst>
        </pc:picChg>
        <pc:picChg chg="mod">
          <ac:chgData name="Sen Shen" userId="baf8d8f2-f1ba-4a39-8f58-4ae656356107" providerId="ADAL" clId="{B52557F7-4A18-4181-8FB3-A3BE7527DE24}" dt="2026-05-11T16:21:08.417" v="2490" actId="1076"/>
          <ac:picMkLst>
            <pc:docMk/>
            <pc:sldMk cId="0" sldId="1369"/>
            <ac:picMk id="482" creationId="{00000000-0000-0000-0000-000000000000}"/>
          </ac:picMkLst>
        </pc:picChg>
        <pc:picChg chg="add mod">
          <ac:chgData name="Sen Shen" userId="baf8d8f2-f1ba-4a39-8f58-4ae656356107" providerId="ADAL" clId="{B52557F7-4A18-4181-8FB3-A3BE7527DE24}" dt="2026-05-11T16:24:29.489" v="2532" actId="1076"/>
          <ac:picMkLst>
            <pc:docMk/>
            <pc:sldMk cId="0" sldId="1369"/>
            <ac:picMk id="483" creationId="{C1FFBFDD-1F17-242A-8C9C-8E83FA7CA1D9}"/>
          </ac:picMkLst>
        </pc:picChg>
        <pc:cxnChg chg="mod">
          <ac:chgData name="Sen Shen" userId="baf8d8f2-f1ba-4a39-8f58-4ae656356107" providerId="ADAL" clId="{B52557F7-4A18-4181-8FB3-A3BE7527DE24}" dt="2026-05-11T16:14:41.247" v="2485" actId="1582"/>
          <ac:cxnSpMkLst>
            <pc:docMk/>
            <pc:sldMk cId="0" sldId="1369"/>
            <ac:cxnSpMk id="38" creationId="{00000000-0000-0000-0000-000000000000}"/>
          </ac:cxnSpMkLst>
        </pc:cxnChg>
        <pc:cxnChg chg="mod">
          <ac:chgData name="Sen Shen" userId="baf8d8f2-f1ba-4a39-8f58-4ae656356107" providerId="ADAL" clId="{B52557F7-4A18-4181-8FB3-A3BE7527DE24}" dt="2026-05-11T16:26:43.337" v="2569" actId="1582"/>
          <ac:cxnSpMkLst>
            <pc:docMk/>
            <pc:sldMk cId="0" sldId="1369"/>
            <ac:cxnSpMk id="69" creationId="{00000000-0000-0000-0000-000000000000}"/>
          </ac:cxnSpMkLst>
        </pc:cxnChg>
        <pc:cxnChg chg="mod">
          <ac:chgData name="Sen Shen" userId="baf8d8f2-f1ba-4a39-8f58-4ae656356107" providerId="ADAL" clId="{B52557F7-4A18-4181-8FB3-A3BE7527DE24}" dt="2026-05-11T16:26:13.639" v="2565" actId="1582"/>
          <ac:cxnSpMkLst>
            <pc:docMk/>
            <pc:sldMk cId="0" sldId="1369"/>
            <ac:cxnSpMk id="118" creationId="{00000000-0000-0000-0000-000000000000}"/>
          </ac:cxnSpMkLst>
        </pc:cxnChg>
        <pc:cxnChg chg="mod">
          <ac:chgData name="Sen Shen" userId="baf8d8f2-f1ba-4a39-8f58-4ae656356107" providerId="ADAL" clId="{B52557F7-4A18-4181-8FB3-A3BE7527DE24}" dt="2026-05-11T16:13:59.337" v="2482" actId="1582"/>
          <ac:cxnSpMkLst>
            <pc:docMk/>
            <pc:sldMk cId="0" sldId="1369"/>
            <ac:cxnSpMk id="226" creationId="{00000000-0000-0000-0000-000000000000}"/>
          </ac:cxnSpMkLst>
        </pc:cxnChg>
        <pc:cxnChg chg="mod">
          <ac:chgData name="Sen Shen" userId="baf8d8f2-f1ba-4a39-8f58-4ae656356107" providerId="ADAL" clId="{B52557F7-4A18-4181-8FB3-A3BE7527DE24}" dt="2026-05-11T16:14:27.982" v="2484" actId="1582"/>
          <ac:cxnSpMkLst>
            <pc:docMk/>
            <pc:sldMk cId="0" sldId="1369"/>
            <ac:cxnSpMk id="227" creationId="{00000000-0000-0000-0000-000000000000}"/>
          </ac:cxnSpMkLst>
        </pc:cxnChg>
        <pc:cxnChg chg="mod">
          <ac:chgData name="Sen Shen" userId="baf8d8f2-f1ba-4a39-8f58-4ae656356107" providerId="ADAL" clId="{B52557F7-4A18-4181-8FB3-A3BE7527DE24}" dt="2026-05-11T16:14:50.245" v="2486" actId="1582"/>
          <ac:cxnSpMkLst>
            <pc:docMk/>
            <pc:sldMk cId="0" sldId="1369"/>
            <ac:cxnSpMk id="229" creationId="{00000000-0000-0000-0000-000000000000}"/>
          </ac:cxnSpMkLst>
        </pc:cxnChg>
        <pc:cxnChg chg="mod">
          <ac:chgData name="Sen Shen" userId="baf8d8f2-f1ba-4a39-8f58-4ae656356107" providerId="ADAL" clId="{B52557F7-4A18-4181-8FB3-A3BE7527DE24}" dt="2026-05-11T16:26:21.355" v="2566" actId="1582"/>
          <ac:cxnSpMkLst>
            <pc:docMk/>
            <pc:sldMk cId="0" sldId="1369"/>
            <ac:cxnSpMk id="509" creationId="{00000000-0000-0000-0000-000000000000}"/>
          </ac:cxnSpMkLst>
        </pc:cxnChg>
        <pc:cxnChg chg="mod">
          <ac:chgData name="Sen Shen" userId="baf8d8f2-f1ba-4a39-8f58-4ae656356107" providerId="ADAL" clId="{B52557F7-4A18-4181-8FB3-A3BE7527DE24}" dt="2026-05-11T16:26:36.410" v="2568" actId="1582"/>
          <ac:cxnSpMkLst>
            <pc:docMk/>
            <pc:sldMk cId="0" sldId="1369"/>
            <ac:cxnSpMk id="510" creationId="{00000000-0000-0000-0000-000000000000}"/>
          </ac:cxnSpMkLst>
        </pc:cxnChg>
      </pc:sldChg>
      <pc:sldChg chg="addSp delSp modSp mod">
        <pc:chgData name="Sen Shen" userId="baf8d8f2-f1ba-4a39-8f58-4ae656356107" providerId="ADAL" clId="{B52557F7-4A18-4181-8FB3-A3BE7527DE24}" dt="2026-05-07T13:00:02.374" v="2375" actId="478"/>
        <pc:sldMkLst>
          <pc:docMk/>
          <pc:sldMk cId="0" sldId="1371"/>
        </pc:sldMkLst>
        <pc:spChg chg="add mod">
          <ac:chgData name="Sen Shen" userId="baf8d8f2-f1ba-4a39-8f58-4ae656356107" providerId="ADAL" clId="{B52557F7-4A18-4181-8FB3-A3BE7527DE24}" dt="2026-05-06T18:26:41.891" v="1376" actId="1076"/>
          <ac:spMkLst>
            <pc:docMk/>
            <pc:sldMk cId="0" sldId="1371"/>
            <ac:spMk id="2" creationId="{431A5F94-B2AB-23BC-8D5C-D45C5B4A11A1}"/>
          </ac:spMkLst>
        </pc:spChg>
        <pc:spChg chg="add mod">
          <ac:chgData name="Sen Shen" userId="baf8d8f2-f1ba-4a39-8f58-4ae656356107" providerId="ADAL" clId="{B52557F7-4A18-4181-8FB3-A3BE7527DE24}" dt="2026-05-06T18:26:51.891" v="1378" actId="1076"/>
          <ac:spMkLst>
            <pc:docMk/>
            <pc:sldMk cId="0" sldId="1371"/>
            <ac:spMk id="4" creationId="{40417410-AA56-8EA3-BA51-B8BCC533E215}"/>
          </ac:spMkLst>
        </pc:spChg>
        <pc:spChg chg="add mod">
          <ac:chgData name="Sen Shen" userId="baf8d8f2-f1ba-4a39-8f58-4ae656356107" providerId="ADAL" clId="{B52557F7-4A18-4181-8FB3-A3BE7527DE24}" dt="2026-05-06T17:59:44.729" v="1089" actId="113"/>
          <ac:spMkLst>
            <pc:docMk/>
            <pc:sldMk cId="0" sldId="1371"/>
            <ac:spMk id="5" creationId="{863A82BA-1BC1-8E18-C661-1CD4149B4F18}"/>
          </ac:spMkLst>
        </pc:spChg>
        <pc:spChg chg="add mod">
          <ac:chgData name="Sen Shen" userId="baf8d8f2-f1ba-4a39-8f58-4ae656356107" providerId="ADAL" clId="{B52557F7-4A18-4181-8FB3-A3BE7527DE24}" dt="2026-05-06T20:35:06.395" v="1992" actId="1037"/>
          <ac:spMkLst>
            <pc:docMk/>
            <pc:sldMk cId="0" sldId="1371"/>
            <ac:spMk id="8" creationId="{A8F79052-66F5-AFE0-8894-4E83927513CB}"/>
          </ac:spMkLst>
        </pc:spChg>
        <pc:spChg chg="add mod">
          <ac:chgData name="Sen Shen" userId="baf8d8f2-f1ba-4a39-8f58-4ae656356107" providerId="ADAL" clId="{B52557F7-4A18-4181-8FB3-A3BE7527DE24}" dt="2026-05-07T01:10:55.338" v="2364" actId="1582"/>
          <ac:spMkLst>
            <pc:docMk/>
            <pc:sldMk cId="0" sldId="1371"/>
            <ac:spMk id="9" creationId="{659A1BC8-D888-1A7B-4A6B-B7F4B94C0DB3}"/>
          </ac:spMkLst>
        </pc:spChg>
        <pc:spChg chg="add mod">
          <ac:chgData name="Sen Shen" userId="baf8d8f2-f1ba-4a39-8f58-4ae656356107" providerId="ADAL" clId="{B52557F7-4A18-4181-8FB3-A3BE7527DE24}" dt="2026-05-06T15:36:46.573" v="385" actId="1076"/>
          <ac:spMkLst>
            <pc:docMk/>
            <pc:sldMk cId="0" sldId="1371"/>
            <ac:spMk id="13" creationId="{6B4EFF3A-234D-E133-2D90-3C5C3440EA1A}"/>
          </ac:spMkLst>
        </pc:spChg>
        <pc:spChg chg="add mod">
          <ac:chgData name="Sen Shen" userId="baf8d8f2-f1ba-4a39-8f58-4ae656356107" providerId="ADAL" clId="{B52557F7-4A18-4181-8FB3-A3BE7527DE24}" dt="2026-05-06T15:36:23.837" v="381" actId="1076"/>
          <ac:spMkLst>
            <pc:docMk/>
            <pc:sldMk cId="0" sldId="1371"/>
            <ac:spMk id="14" creationId="{FD1CD080-35A4-0168-CDF6-3DFD4177E1BD}"/>
          </ac:spMkLst>
        </pc:spChg>
        <pc:spChg chg="add mod">
          <ac:chgData name="Sen Shen" userId="baf8d8f2-f1ba-4a39-8f58-4ae656356107" providerId="ADAL" clId="{B52557F7-4A18-4181-8FB3-A3BE7527DE24}" dt="2026-05-06T18:22:19.764" v="1336" actId="1036"/>
          <ac:spMkLst>
            <pc:docMk/>
            <pc:sldMk cId="0" sldId="1371"/>
            <ac:spMk id="15" creationId="{31FDE766-A975-D4F5-D914-A1514A1ECC3E}"/>
          </ac:spMkLst>
        </pc:spChg>
        <pc:spChg chg="add mod">
          <ac:chgData name="Sen Shen" userId="baf8d8f2-f1ba-4a39-8f58-4ae656356107" providerId="ADAL" clId="{B52557F7-4A18-4181-8FB3-A3BE7527DE24}" dt="2026-05-07T01:11:14.773" v="2366" actId="1076"/>
          <ac:spMkLst>
            <pc:docMk/>
            <pc:sldMk cId="0" sldId="1371"/>
            <ac:spMk id="16" creationId="{391A9FE7-F961-F0D1-18BB-C41415A76C37}"/>
          </ac:spMkLst>
        </pc:spChg>
        <pc:spChg chg="add mod">
          <ac:chgData name="Sen Shen" userId="baf8d8f2-f1ba-4a39-8f58-4ae656356107" providerId="ADAL" clId="{B52557F7-4A18-4181-8FB3-A3BE7527DE24}" dt="2026-05-07T01:11:26.952" v="2370" actId="1036"/>
          <ac:spMkLst>
            <pc:docMk/>
            <pc:sldMk cId="0" sldId="1371"/>
            <ac:spMk id="17" creationId="{E0C25FBA-38D3-983C-61D0-35D788BF8A2B}"/>
          </ac:spMkLst>
        </pc:spChg>
        <pc:spChg chg="add mod">
          <ac:chgData name="Sen Shen" userId="baf8d8f2-f1ba-4a39-8f58-4ae656356107" providerId="ADAL" clId="{B52557F7-4A18-4181-8FB3-A3BE7527DE24}" dt="2026-05-06T18:16:58.401" v="1262" actId="1037"/>
          <ac:spMkLst>
            <pc:docMk/>
            <pc:sldMk cId="0" sldId="1371"/>
            <ac:spMk id="18" creationId="{5B7209D2-E6AF-9620-45F3-6073BB569486}"/>
          </ac:spMkLst>
        </pc:spChg>
        <pc:spChg chg="add mod">
          <ac:chgData name="Sen Shen" userId="baf8d8f2-f1ba-4a39-8f58-4ae656356107" providerId="ADAL" clId="{B52557F7-4A18-4181-8FB3-A3BE7527DE24}" dt="2026-05-06T18:16:58.401" v="1262" actId="1037"/>
          <ac:spMkLst>
            <pc:docMk/>
            <pc:sldMk cId="0" sldId="1371"/>
            <ac:spMk id="19" creationId="{EE16CBF4-5FD8-3B97-3162-1578B367BC17}"/>
          </ac:spMkLst>
        </pc:spChg>
        <pc:spChg chg="add mod">
          <ac:chgData name="Sen Shen" userId="baf8d8f2-f1ba-4a39-8f58-4ae656356107" providerId="ADAL" clId="{B52557F7-4A18-4181-8FB3-A3BE7527DE24}" dt="2026-05-06T18:36:50.254" v="1473" actId="207"/>
          <ac:spMkLst>
            <pc:docMk/>
            <pc:sldMk cId="0" sldId="1371"/>
            <ac:spMk id="23" creationId="{E2D8804A-869A-DB41-7916-2ECE8F151B06}"/>
          </ac:spMkLst>
        </pc:spChg>
        <pc:spChg chg="add mod">
          <ac:chgData name="Sen Shen" userId="baf8d8f2-f1ba-4a39-8f58-4ae656356107" providerId="ADAL" clId="{B52557F7-4A18-4181-8FB3-A3BE7527DE24}" dt="2026-05-06T18:37:42.194" v="1483" actId="207"/>
          <ac:spMkLst>
            <pc:docMk/>
            <pc:sldMk cId="0" sldId="1371"/>
            <ac:spMk id="24" creationId="{0E98D04D-AB25-87B9-BA9D-3674FFF4B060}"/>
          </ac:spMkLst>
        </pc:spChg>
        <pc:spChg chg="add mod">
          <ac:chgData name="Sen Shen" userId="baf8d8f2-f1ba-4a39-8f58-4ae656356107" providerId="ADAL" clId="{B52557F7-4A18-4181-8FB3-A3BE7527DE24}" dt="2026-05-06T16:04:46.619" v="595" actId="1038"/>
          <ac:spMkLst>
            <pc:docMk/>
            <pc:sldMk cId="0" sldId="1371"/>
            <ac:spMk id="25" creationId="{65FB87A4-EDB5-6D4B-3FEC-F0A7E0443F75}"/>
          </ac:spMkLst>
        </pc:spChg>
        <pc:spChg chg="add mod">
          <ac:chgData name="Sen Shen" userId="baf8d8f2-f1ba-4a39-8f58-4ae656356107" providerId="ADAL" clId="{B52557F7-4A18-4181-8FB3-A3BE7527DE24}" dt="2026-05-06T18:22:19.764" v="1336" actId="1036"/>
          <ac:spMkLst>
            <pc:docMk/>
            <pc:sldMk cId="0" sldId="1371"/>
            <ac:spMk id="26" creationId="{3D4E56AC-DE79-F464-A8FE-A9D6AB1E059D}"/>
          </ac:spMkLst>
        </pc:spChg>
        <pc:spChg chg="add mod">
          <ac:chgData name="Sen Shen" userId="baf8d8f2-f1ba-4a39-8f58-4ae656356107" providerId="ADAL" clId="{B52557F7-4A18-4181-8FB3-A3BE7527DE24}" dt="2026-05-06T18:16:58.401" v="1262" actId="1037"/>
          <ac:spMkLst>
            <pc:docMk/>
            <pc:sldMk cId="0" sldId="1371"/>
            <ac:spMk id="27" creationId="{CE486FC4-C266-0251-85BE-9D6DD90A03D3}"/>
          </ac:spMkLst>
        </pc:spChg>
        <pc:spChg chg="add mod">
          <ac:chgData name="Sen Shen" userId="baf8d8f2-f1ba-4a39-8f58-4ae656356107" providerId="ADAL" clId="{B52557F7-4A18-4181-8FB3-A3BE7527DE24}" dt="2026-05-06T16:04:46.619" v="595" actId="1038"/>
          <ac:spMkLst>
            <pc:docMk/>
            <pc:sldMk cId="0" sldId="1371"/>
            <ac:spMk id="28" creationId="{179DCBC1-29E8-337B-A315-223811012590}"/>
          </ac:spMkLst>
        </pc:spChg>
        <pc:spChg chg="add mod">
          <ac:chgData name="Sen Shen" userId="baf8d8f2-f1ba-4a39-8f58-4ae656356107" providerId="ADAL" clId="{B52557F7-4A18-4181-8FB3-A3BE7527DE24}" dt="2026-05-06T18:16:58.401" v="1262" actId="1037"/>
          <ac:spMkLst>
            <pc:docMk/>
            <pc:sldMk cId="0" sldId="1371"/>
            <ac:spMk id="31" creationId="{4BDB53EB-8EEA-5F40-AD75-15EE50286544}"/>
          </ac:spMkLst>
        </pc:spChg>
        <pc:spChg chg="add mod">
          <ac:chgData name="Sen Shen" userId="baf8d8f2-f1ba-4a39-8f58-4ae656356107" providerId="ADAL" clId="{B52557F7-4A18-4181-8FB3-A3BE7527DE24}" dt="2026-05-06T18:16:58.401" v="1262" actId="1037"/>
          <ac:spMkLst>
            <pc:docMk/>
            <pc:sldMk cId="0" sldId="1371"/>
            <ac:spMk id="32" creationId="{2C5FCD55-155A-C375-EEE7-5B5825F7BC14}"/>
          </ac:spMkLst>
        </pc:spChg>
        <pc:spChg chg="add mod">
          <ac:chgData name="Sen Shen" userId="baf8d8f2-f1ba-4a39-8f58-4ae656356107" providerId="ADAL" clId="{B52557F7-4A18-4181-8FB3-A3BE7527DE24}" dt="2026-05-06T18:36:54.822" v="1474" actId="207"/>
          <ac:spMkLst>
            <pc:docMk/>
            <pc:sldMk cId="0" sldId="1371"/>
            <ac:spMk id="34" creationId="{F338E873-C302-4A40-F8EB-24BA55EFD6BB}"/>
          </ac:spMkLst>
        </pc:spChg>
        <pc:spChg chg="add mod">
          <ac:chgData name="Sen Shen" userId="baf8d8f2-f1ba-4a39-8f58-4ae656356107" providerId="ADAL" clId="{B52557F7-4A18-4181-8FB3-A3BE7527DE24}" dt="2026-05-06T18:37:47.450" v="1484" actId="207"/>
          <ac:spMkLst>
            <pc:docMk/>
            <pc:sldMk cId="0" sldId="1371"/>
            <ac:spMk id="35" creationId="{64934C38-A854-B77A-5273-4437A1AA8546}"/>
          </ac:spMkLst>
        </pc:spChg>
        <pc:spChg chg="add mod">
          <ac:chgData name="Sen Shen" userId="baf8d8f2-f1ba-4a39-8f58-4ae656356107" providerId="ADAL" clId="{B52557F7-4A18-4181-8FB3-A3BE7527DE24}" dt="2026-05-06T14:44:36.748" v="71" actId="207"/>
          <ac:spMkLst>
            <pc:docMk/>
            <pc:sldMk cId="0" sldId="1371"/>
            <ac:spMk id="36" creationId="{0ADA02F6-38CE-B2F1-1DB4-1B1F29E2A24F}"/>
          </ac:spMkLst>
        </pc:spChg>
        <pc:spChg chg="add mod">
          <ac:chgData name="Sen Shen" userId="baf8d8f2-f1ba-4a39-8f58-4ae656356107" providerId="ADAL" clId="{B52557F7-4A18-4181-8FB3-A3BE7527DE24}" dt="2026-05-06T17:50:13.783" v="939" actId="1038"/>
          <ac:spMkLst>
            <pc:docMk/>
            <pc:sldMk cId="0" sldId="1371"/>
            <ac:spMk id="38" creationId="{8367AA5F-821C-8AF3-E10F-3BD82D9244C6}"/>
          </ac:spMkLst>
        </pc:spChg>
        <pc:spChg chg="add mod">
          <ac:chgData name="Sen Shen" userId="baf8d8f2-f1ba-4a39-8f58-4ae656356107" providerId="ADAL" clId="{B52557F7-4A18-4181-8FB3-A3BE7527DE24}" dt="2026-05-06T14:33:40.371" v="64" actId="207"/>
          <ac:spMkLst>
            <pc:docMk/>
            <pc:sldMk cId="0" sldId="1371"/>
            <ac:spMk id="40" creationId="{253EED1A-FDD2-CC99-CFCB-97039D4139B8}"/>
          </ac:spMkLst>
        </pc:spChg>
        <pc:spChg chg="add mod">
          <ac:chgData name="Sen Shen" userId="baf8d8f2-f1ba-4a39-8f58-4ae656356107" providerId="ADAL" clId="{B52557F7-4A18-4181-8FB3-A3BE7527DE24}" dt="2026-05-06T18:16:58.401" v="1262" actId="1037"/>
          <ac:spMkLst>
            <pc:docMk/>
            <pc:sldMk cId="0" sldId="1371"/>
            <ac:spMk id="41" creationId="{E189A8C6-4BDF-A0D0-5F2F-AD8B99E0C814}"/>
          </ac:spMkLst>
        </pc:spChg>
        <pc:spChg chg="add mod">
          <ac:chgData name="Sen Shen" userId="baf8d8f2-f1ba-4a39-8f58-4ae656356107" providerId="ADAL" clId="{B52557F7-4A18-4181-8FB3-A3BE7527DE24}" dt="2026-05-06T17:56:43.601" v="1073" actId="1076"/>
          <ac:spMkLst>
            <pc:docMk/>
            <pc:sldMk cId="0" sldId="1371"/>
            <ac:spMk id="42" creationId="{3C2145BB-7516-AC7E-FDD6-B528840AECB7}"/>
          </ac:spMkLst>
        </pc:spChg>
        <pc:spChg chg="add mod">
          <ac:chgData name="Sen Shen" userId="baf8d8f2-f1ba-4a39-8f58-4ae656356107" providerId="ADAL" clId="{B52557F7-4A18-4181-8FB3-A3BE7527DE24}" dt="2026-05-06T18:22:19.764" v="1336" actId="1036"/>
          <ac:spMkLst>
            <pc:docMk/>
            <pc:sldMk cId="0" sldId="1371"/>
            <ac:spMk id="44" creationId="{88A3EA5E-4359-388A-42B1-BCD32011BCB3}"/>
          </ac:spMkLst>
        </pc:spChg>
        <pc:spChg chg="add mod">
          <ac:chgData name="Sen Shen" userId="baf8d8f2-f1ba-4a39-8f58-4ae656356107" providerId="ADAL" clId="{B52557F7-4A18-4181-8FB3-A3BE7527DE24}" dt="2026-05-06T18:16:58.401" v="1262" actId="1037"/>
          <ac:spMkLst>
            <pc:docMk/>
            <pc:sldMk cId="0" sldId="1371"/>
            <ac:spMk id="45" creationId="{9DC8BCF5-9014-80EB-ECD5-0348D5407FAB}"/>
          </ac:spMkLst>
        </pc:spChg>
        <pc:spChg chg="add mod">
          <ac:chgData name="Sen Shen" userId="baf8d8f2-f1ba-4a39-8f58-4ae656356107" providerId="ADAL" clId="{B52557F7-4A18-4181-8FB3-A3BE7527DE24}" dt="2026-05-06T17:50:13.783" v="939" actId="1038"/>
          <ac:spMkLst>
            <pc:docMk/>
            <pc:sldMk cId="0" sldId="1371"/>
            <ac:spMk id="46" creationId="{C60CA996-0D7B-3D4A-6134-CEE5CB69C343}"/>
          </ac:spMkLst>
        </pc:spChg>
        <pc:spChg chg="add mod">
          <ac:chgData name="Sen Shen" userId="baf8d8f2-f1ba-4a39-8f58-4ae656356107" providerId="ADAL" clId="{B52557F7-4A18-4181-8FB3-A3BE7527DE24}" dt="2026-05-06T14:46:44.935" v="86" actId="1582"/>
          <ac:spMkLst>
            <pc:docMk/>
            <pc:sldMk cId="0" sldId="1371"/>
            <ac:spMk id="49" creationId="{7A0700F6-A324-45F8-0AC5-BDA14EE82DD4}"/>
          </ac:spMkLst>
        </pc:spChg>
        <pc:spChg chg="add mod">
          <ac:chgData name="Sen Shen" userId="baf8d8f2-f1ba-4a39-8f58-4ae656356107" providerId="ADAL" clId="{B52557F7-4A18-4181-8FB3-A3BE7527DE24}" dt="2026-05-06T17:32:50.779" v="811" actId="113"/>
          <ac:spMkLst>
            <pc:docMk/>
            <pc:sldMk cId="0" sldId="1371"/>
            <ac:spMk id="50" creationId="{4B31A432-6D5F-7856-0664-FB87804BDCFF}"/>
          </ac:spMkLst>
        </pc:spChg>
        <pc:spChg chg="add mod">
          <ac:chgData name="Sen Shen" userId="baf8d8f2-f1ba-4a39-8f58-4ae656356107" providerId="ADAL" clId="{B52557F7-4A18-4181-8FB3-A3BE7527DE24}" dt="2026-05-06T14:51:12.214" v="149" actId="1076"/>
          <ac:spMkLst>
            <pc:docMk/>
            <pc:sldMk cId="0" sldId="1371"/>
            <ac:spMk id="53" creationId="{FD2BC7A1-02D3-41B8-243E-E2513439EB9F}"/>
          </ac:spMkLst>
        </pc:spChg>
        <pc:spChg chg="add mod">
          <ac:chgData name="Sen Shen" userId="baf8d8f2-f1ba-4a39-8f58-4ae656356107" providerId="ADAL" clId="{B52557F7-4A18-4181-8FB3-A3BE7527DE24}" dt="2026-05-06T17:33:02.133" v="814" actId="113"/>
          <ac:spMkLst>
            <pc:docMk/>
            <pc:sldMk cId="0" sldId="1371"/>
            <ac:spMk id="54" creationId="{BD26BF8D-4324-CA5C-1A55-82D42D812E7C}"/>
          </ac:spMkLst>
        </pc:spChg>
        <pc:spChg chg="add mod">
          <ac:chgData name="Sen Shen" userId="baf8d8f2-f1ba-4a39-8f58-4ae656356107" providerId="ADAL" clId="{B52557F7-4A18-4181-8FB3-A3BE7527DE24}" dt="2026-05-06T14:51:34.625" v="154" actId="1076"/>
          <ac:spMkLst>
            <pc:docMk/>
            <pc:sldMk cId="0" sldId="1371"/>
            <ac:spMk id="57" creationId="{83AAF45D-E711-0D1E-3465-62E91B75A112}"/>
          </ac:spMkLst>
        </pc:spChg>
        <pc:spChg chg="add mod">
          <ac:chgData name="Sen Shen" userId="baf8d8f2-f1ba-4a39-8f58-4ae656356107" providerId="ADAL" clId="{B52557F7-4A18-4181-8FB3-A3BE7527DE24}" dt="2026-05-06T17:32:55.295" v="812" actId="113"/>
          <ac:spMkLst>
            <pc:docMk/>
            <pc:sldMk cId="0" sldId="1371"/>
            <ac:spMk id="58" creationId="{546687DC-F46F-3DFA-19AA-DE17C02B3B03}"/>
          </ac:spMkLst>
        </pc:spChg>
        <pc:spChg chg="add mod">
          <ac:chgData name="Sen Shen" userId="baf8d8f2-f1ba-4a39-8f58-4ae656356107" providerId="ADAL" clId="{B52557F7-4A18-4181-8FB3-A3BE7527DE24}" dt="2026-05-06T14:51:42.959" v="156" actId="1076"/>
          <ac:spMkLst>
            <pc:docMk/>
            <pc:sldMk cId="0" sldId="1371"/>
            <ac:spMk id="61" creationId="{EF7AF3E3-88CE-30DB-69AE-97DA1CE93A83}"/>
          </ac:spMkLst>
        </pc:spChg>
        <pc:spChg chg="add mod">
          <ac:chgData name="Sen Shen" userId="baf8d8f2-f1ba-4a39-8f58-4ae656356107" providerId="ADAL" clId="{B52557F7-4A18-4181-8FB3-A3BE7527DE24}" dt="2026-05-06T17:32:58.248" v="813" actId="113"/>
          <ac:spMkLst>
            <pc:docMk/>
            <pc:sldMk cId="0" sldId="1371"/>
            <ac:spMk id="62" creationId="{BADEAF00-7B27-58A6-4A71-509530E7AF76}"/>
          </ac:spMkLst>
        </pc:spChg>
        <pc:spChg chg="add mod">
          <ac:chgData name="Sen Shen" userId="baf8d8f2-f1ba-4a39-8f58-4ae656356107" providerId="ADAL" clId="{B52557F7-4A18-4181-8FB3-A3BE7527DE24}" dt="2026-05-06T18:31:47.173" v="1440" actId="20577"/>
          <ac:spMkLst>
            <pc:docMk/>
            <pc:sldMk cId="0" sldId="1371"/>
            <ac:spMk id="65" creationId="{458A3EE7-AA12-B797-8442-862239C26CED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66" creationId="{743E4A69-2275-8958-D9AF-1451D92F63BC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67" creationId="{AA73B5D4-A0B4-3D1D-6241-5727EAFB1AA2}"/>
          </ac:spMkLst>
        </pc:spChg>
        <pc:spChg chg="add mod">
          <ac:chgData name="Sen Shen" userId="baf8d8f2-f1ba-4a39-8f58-4ae656356107" providerId="ADAL" clId="{B52557F7-4A18-4181-8FB3-A3BE7527DE24}" dt="2026-05-06T14:52:32.512" v="171" actId="1076"/>
          <ac:spMkLst>
            <pc:docMk/>
            <pc:sldMk cId="0" sldId="1371"/>
            <ac:spMk id="70" creationId="{9BEECC9F-97ED-058B-2443-33BB815C5B91}"/>
          </ac:spMkLst>
        </pc:spChg>
        <pc:spChg chg="add mod">
          <ac:chgData name="Sen Shen" userId="baf8d8f2-f1ba-4a39-8f58-4ae656356107" providerId="ADAL" clId="{B52557F7-4A18-4181-8FB3-A3BE7527DE24}" dt="2026-05-06T14:52:39.211" v="173" actId="1076"/>
          <ac:spMkLst>
            <pc:docMk/>
            <pc:sldMk cId="0" sldId="1371"/>
            <ac:spMk id="71" creationId="{7EC83F02-4BE1-C1B1-1A36-BC65E0B1BCEA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81" creationId="{A8EEE4C6-3F70-FE25-89C7-5AD1F486A2CB}"/>
          </ac:spMkLst>
        </pc:spChg>
        <pc:spChg chg="add mod">
          <ac:chgData name="Sen Shen" userId="baf8d8f2-f1ba-4a39-8f58-4ae656356107" providerId="ADAL" clId="{B52557F7-4A18-4181-8FB3-A3BE7527DE24}" dt="2026-05-06T17:49:16.335" v="889" actId="1036"/>
          <ac:spMkLst>
            <pc:docMk/>
            <pc:sldMk cId="0" sldId="1371"/>
            <ac:spMk id="82" creationId="{6CDB9095-9C34-EA49-6D84-7DF1BA6AE7D3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83" creationId="{BD0FD64C-8395-D2A5-B727-C16F2B6F3D17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84" creationId="{50AC2F9A-123F-EBA3-8D1C-0420B039B0CD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85" creationId="{0C9604AF-8040-C219-D39D-A8371D111FB8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86" creationId="{2459840B-3D05-B2FD-1D8F-EE9D1AAC5AF0}"/>
          </ac:spMkLst>
        </pc:spChg>
        <pc:spChg chg="add mod">
          <ac:chgData name="Sen Shen" userId="baf8d8f2-f1ba-4a39-8f58-4ae656356107" providerId="ADAL" clId="{B52557F7-4A18-4181-8FB3-A3BE7527DE24}" dt="2026-05-06T20:27:50.310" v="1814" actId="1038"/>
          <ac:spMkLst>
            <pc:docMk/>
            <pc:sldMk cId="0" sldId="1371"/>
            <ac:spMk id="87" creationId="{3E537DD2-2E08-3C89-DB4B-04C8EEFE0D82}"/>
          </ac:spMkLst>
        </pc:spChg>
        <pc:spChg chg="mod">
          <ac:chgData name="Sen Shen" userId="baf8d8f2-f1ba-4a39-8f58-4ae656356107" providerId="ADAL" clId="{B52557F7-4A18-4181-8FB3-A3BE7527DE24}" dt="2026-05-06T14:59:35.819" v="296" actId="1035"/>
          <ac:spMkLst>
            <pc:docMk/>
            <pc:sldMk cId="0" sldId="1371"/>
            <ac:spMk id="88" creationId="{A3D6CFCC-13A6-9620-22EA-3E84DA2C9C98}"/>
          </ac:spMkLst>
        </pc:spChg>
        <pc:spChg chg="mod">
          <ac:chgData name="Sen Shen" userId="baf8d8f2-f1ba-4a39-8f58-4ae656356107" providerId="ADAL" clId="{B52557F7-4A18-4181-8FB3-A3BE7527DE24}" dt="2026-05-06T20:34:58.735" v="1961" actId="20577"/>
          <ac:spMkLst>
            <pc:docMk/>
            <pc:sldMk cId="0" sldId="1371"/>
            <ac:spMk id="89" creationId="{50B5DC41-DA8F-08FD-AFFB-F813C8676CEC}"/>
          </ac:spMkLst>
        </pc:spChg>
        <pc:spChg chg="add mod ord">
          <ac:chgData name="Sen Shen" userId="baf8d8f2-f1ba-4a39-8f58-4ae656356107" providerId="ADAL" clId="{B52557F7-4A18-4181-8FB3-A3BE7527DE24}" dt="2026-05-06T18:39:02.132" v="1522" actId="166"/>
          <ac:spMkLst>
            <pc:docMk/>
            <pc:sldMk cId="0" sldId="1371"/>
            <ac:spMk id="90" creationId="{9569DC07-0090-52BF-BFFE-2B3D43E3D2E0}"/>
          </ac:spMkLst>
        </pc:spChg>
        <pc:spChg chg="add mod ord">
          <ac:chgData name="Sen Shen" userId="baf8d8f2-f1ba-4a39-8f58-4ae656356107" providerId="ADAL" clId="{B52557F7-4A18-4181-8FB3-A3BE7527DE24}" dt="2026-05-06T18:39:08.243" v="1524" actId="166"/>
          <ac:spMkLst>
            <pc:docMk/>
            <pc:sldMk cId="0" sldId="1371"/>
            <ac:spMk id="92" creationId="{2726146C-0752-0E41-4EB5-A12322735D8C}"/>
          </ac:spMkLst>
        </pc:spChg>
        <pc:spChg chg="add mod ord">
          <ac:chgData name="Sen Shen" userId="baf8d8f2-f1ba-4a39-8f58-4ae656356107" providerId="ADAL" clId="{B52557F7-4A18-4181-8FB3-A3BE7527DE24}" dt="2026-05-06T18:39:05.133" v="1523" actId="166"/>
          <ac:spMkLst>
            <pc:docMk/>
            <pc:sldMk cId="0" sldId="1371"/>
            <ac:spMk id="99" creationId="{562002F8-1D9F-52B7-03E8-73F86A46B683}"/>
          </ac:spMkLst>
        </pc:spChg>
        <pc:spChg chg="add mod ord">
          <ac:chgData name="Sen Shen" userId="baf8d8f2-f1ba-4a39-8f58-4ae656356107" providerId="ADAL" clId="{B52557F7-4A18-4181-8FB3-A3BE7527DE24}" dt="2026-05-06T18:39:10.589" v="1525" actId="166"/>
          <ac:spMkLst>
            <pc:docMk/>
            <pc:sldMk cId="0" sldId="1371"/>
            <ac:spMk id="100" creationId="{C5EDD793-2085-921C-7DBC-04899E88B178}"/>
          </ac:spMkLst>
        </pc:spChg>
        <pc:spChg chg="add mod">
          <ac:chgData name="Sen Shen" userId="baf8d8f2-f1ba-4a39-8f58-4ae656356107" providerId="ADAL" clId="{B52557F7-4A18-4181-8FB3-A3BE7527DE24}" dt="2026-05-06T18:22:19.764" v="1336" actId="1036"/>
          <ac:spMkLst>
            <pc:docMk/>
            <pc:sldMk cId="0" sldId="1371"/>
            <ac:spMk id="101" creationId="{C16641AD-7374-5376-DFC4-D61FFB4A879D}"/>
          </ac:spMkLst>
        </pc:spChg>
        <pc:spChg chg="add mod">
          <ac:chgData name="Sen Shen" userId="baf8d8f2-f1ba-4a39-8f58-4ae656356107" providerId="ADAL" clId="{B52557F7-4A18-4181-8FB3-A3BE7527DE24}" dt="2026-05-06T18:09:27.033" v="1239" actId="1076"/>
          <ac:spMkLst>
            <pc:docMk/>
            <pc:sldMk cId="0" sldId="1371"/>
            <ac:spMk id="104" creationId="{45D55D62-0E61-7BD1-B70B-FB069EA5DC17}"/>
          </ac:spMkLst>
        </pc:spChg>
        <pc:spChg chg="add mod">
          <ac:chgData name="Sen Shen" userId="baf8d8f2-f1ba-4a39-8f58-4ae656356107" providerId="ADAL" clId="{B52557F7-4A18-4181-8FB3-A3BE7527DE24}" dt="2026-05-06T18:09:17.334" v="1232" actId="1076"/>
          <ac:spMkLst>
            <pc:docMk/>
            <pc:sldMk cId="0" sldId="1371"/>
            <ac:spMk id="105" creationId="{710BE9D0-2002-A140-0D1F-8ADC0FE3012B}"/>
          </ac:spMkLst>
        </pc:spChg>
        <pc:spChg chg="add mod">
          <ac:chgData name="Sen Shen" userId="baf8d8f2-f1ba-4a39-8f58-4ae656356107" providerId="ADAL" clId="{B52557F7-4A18-4181-8FB3-A3BE7527DE24}" dt="2026-05-06T18:16:15.102" v="1256" actId="14100"/>
          <ac:spMkLst>
            <pc:docMk/>
            <pc:sldMk cId="0" sldId="1371"/>
            <ac:spMk id="110" creationId="{63C1463E-67FD-F83B-72FB-5B94714167CF}"/>
          </ac:spMkLst>
        </pc:spChg>
        <pc:spChg chg="add mod">
          <ac:chgData name="Sen Shen" userId="baf8d8f2-f1ba-4a39-8f58-4ae656356107" providerId="ADAL" clId="{B52557F7-4A18-4181-8FB3-A3BE7527DE24}" dt="2026-05-06T18:22:19.764" v="1336" actId="1036"/>
          <ac:spMkLst>
            <pc:docMk/>
            <pc:sldMk cId="0" sldId="1371"/>
            <ac:spMk id="115" creationId="{162BAE09-4EA4-9E3B-78A5-0D05FD2EDE98}"/>
          </ac:spMkLst>
        </pc:spChg>
        <pc:spChg chg="add mod">
          <ac:chgData name="Sen Shen" userId="baf8d8f2-f1ba-4a39-8f58-4ae656356107" providerId="ADAL" clId="{B52557F7-4A18-4181-8FB3-A3BE7527DE24}" dt="2026-05-06T18:17:33.604" v="1279" actId="1076"/>
          <ac:spMkLst>
            <pc:docMk/>
            <pc:sldMk cId="0" sldId="1371"/>
            <ac:spMk id="116" creationId="{A0344364-374C-CC56-5CB7-CEFA4AE6B7AD}"/>
          </ac:spMkLst>
        </pc:spChg>
        <pc:spChg chg="add mod">
          <ac:chgData name="Sen Shen" userId="baf8d8f2-f1ba-4a39-8f58-4ae656356107" providerId="ADAL" clId="{B52557F7-4A18-4181-8FB3-A3BE7527DE24}" dt="2026-05-06T18:28:30.515" v="1428" actId="20577"/>
          <ac:spMkLst>
            <pc:docMk/>
            <pc:sldMk cId="0" sldId="1371"/>
            <ac:spMk id="117" creationId="{06B66A1C-EBA4-8890-3EF8-5FD199EC6BE4}"/>
          </ac:spMkLst>
        </pc:spChg>
        <pc:spChg chg="add mod">
          <ac:chgData name="Sen Shen" userId="baf8d8f2-f1ba-4a39-8f58-4ae656356107" providerId="ADAL" clId="{B52557F7-4A18-4181-8FB3-A3BE7527DE24}" dt="2026-05-06T18:29:04.182" v="1434" actId="1076"/>
          <ac:spMkLst>
            <pc:docMk/>
            <pc:sldMk cId="0" sldId="1371"/>
            <ac:spMk id="120" creationId="{CE0D4EF4-E39D-CC09-04FD-49D747019A91}"/>
          </ac:spMkLst>
        </pc:spChg>
        <pc:spChg chg="add mod">
          <ac:chgData name="Sen Shen" userId="baf8d8f2-f1ba-4a39-8f58-4ae656356107" providerId="ADAL" clId="{B52557F7-4A18-4181-8FB3-A3BE7527DE24}" dt="2026-05-06T18:32:37.633" v="1449" actId="1076"/>
          <ac:spMkLst>
            <pc:docMk/>
            <pc:sldMk cId="0" sldId="1371"/>
            <ac:spMk id="173" creationId="{EF0C1EDD-404F-4744-37A1-93B4F9C0C600}"/>
          </ac:spMkLst>
        </pc:spChg>
        <pc:spChg chg="add mod">
          <ac:chgData name="Sen Shen" userId="baf8d8f2-f1ba-4a39-8f58-4ae656356107" providerId="ADAL" clId="{B52557F7-4A18-4181-8FB3-A3BE7527DE24}" dt="2026-05-06T18:32:54.409" v="1452" actId="1076"/>
          <ac:spMkLst>
            <pc:docMk/>
            <pc:sldMk cId="0" sldId="1371"/>
            <ac:spMk id="174" creationId="{E2E3204E-6A44-276E-C4B1-4C84A699A947}"/>
          </ac:spMkLst>
        </pc:spChg>
        <pc:spChg chg="add mod">
          <ac:chgData name="Sen Shen" userId="baf8d8f2-f1ba-4a39-8f58-4ae656356107" providerId="ADAL" clId="{B52557F7-4A18-4181-8FB3-A3BE7527DE24}" dt="2026-05-06T18:32:32.480" v="1448" actId="1076"/>
          <ac:spMkLst>
            <pc:docMk/>
            <pc:sldMk cId="0" sldId="1371"/>
            <ac:spMk id="175" creationId="{8265AB26-943E-1FC5-6A14-EFB5A0E679D6}"/>
          </ac:spMkLst>
        </pc:spChg>
        <pc:spChg chg="add mod">
          <ac:chgData name="Sen Shen" userId="baf8d8f2-f1ba-4a39-8f58-4ae656356107" providerId="ADAL" clId="{B52557F7-4A18-4181-8FB3-A3BE7527DE24}" dt="2026-05-06T18:32:50.983" v="1451" actId="1076"/>
          <ac:spMkLst>
            <pc:docMk/>
            <pc:sldMk cId="0" sldId="1371"/>
            <ac:spMk id="176" creationId="{8226994D-0F12-1354-AD6D-EAB5FED75F0D}"/>
          </ac:spMkLst>
        </pc:spChg>
        <pc:spChg chg="add mod">
          <ac:chgData name="Sen Shen" userId="baf8d8f2-f1ba-4a39-8f58-4ae656356107" providerId="ADAL" clId="{B52557F7-4A18-4181-8FB3-A3BE7527DE24}" dt="2026-05-06T18:33:05.731" v="1454" actId="1076"/>
          <ac:spMkLst>
            <pc:docMk/>
            <pc:sldMk cId="0" sldId="1371"/>
            <ac:spMk id="177" creationId="{B3F2394B-E196-EBCA-186C-2257F53B13A7}"/>
          </ac:spMkLst>
        </pc:spChg>
        <pc:spChg chg="add mod">
          <ac:chgData name="Sen Shen" userId="baf8d8f2-f1ba-4a39-8f58-4ae656356107" providerId="ADAL" clId="{B52557F7-4A18-4181-8FB3-A3BE7527DE24}" dt="2026-05-06T18:33:13.199" v="1458" actId="1076"/>
          <ac:spMkLst>
            <pc:docMk/>
            <pc:sldMk cId="0" sldId="1371"/>
            <ac:spMk id="178" creationId="{E91B1501-D2F5-9387-2C95-7C88062C3C54}"/>
          </ac:spMkLst>
        </pc:spChg>
        <pc:spChg chg="add mod">
          <ac:chgData name="Sen Shen" userId="baf8d8f2-f1ba-4a39-8f58-4ae656356107" providerId="ADAL" clId="{B52557F7-4A18-4181-8FB3-A3BE7527DE24}" dt="2026-05-06T18:39:16.340" v="1526" actId="693"/>
          <ac:spMkLst>
            <pc:docMk/>
            <pc:sldMk cId="0" sldId="1371"/>
            <ac:spMk id="180" creationId="{575934F0-9568-C2E3-32DF-589BB4AEC889}"/>
          </ac:spMkLst>
        </pc:spChg>
        <pc:spChg chg="mod topLvl">
          <ac:chgData name="Sen Shen" userId="baf8d8f2-f1ba-4a39-8f58-4ae656356107" providerId="ADAL" clId="{B52557F7-4A18-4181-8FB3-A3BE7527DE24}" dt="2026-05-06T20:43:21.880" v="2241" actId="1036"/>
          <ac:spMkLst>
            <pc:docMk/>
            <pc:sldMk cId="0" sldId="1371"/>
            <ac:spMk id="182" creationId="{53B6BA71-AD73-0C99-F779-1F7FBF9AA6CB}"/>
          </ac:spMkLst>
        </pc:spChg>
        <pc:spChg chg="mod topLvl">
          <ac:chgData name="Sen Shen" userId="baf8d8f2-f1ba-4a39-8f58-4ae656356107" providerId="ADAL" clId="{B52557F7-4A18-4181-8FB3-A3BE7527DE24}" dt="2026-05-06T20:41:32.675" v="2197" actId="1076"/>
          <ac:spMkLst>
            <pc:docMk/>
            <pc:sldMk cId="0" sldId="1371"/>
            <ac:spMk id="183" creationId="{B10D157B-B13A-BF4B-ACBA-74AC4DD04E82}"/>
          </ac:spMkLst>
        </pc:spChg>
        <pc:spChg chg="add mod">
          <ac:chgData name="Sen Shen" userId="baf8d8f2-f1ba-4a39-8f58-4ae656356107" providerId="ADAL" clId="{B52557F7-4A18-4181-8FB3-A3BE7527DE24}" dt="2026-05-07T00:57:06.427" v="2304" actId="1038"/>
          <ac:spMkLst>
            <pc:docMk/>
            <pc:sldMk cId="0" sldId="1371"/>
            <ac:spMk id="185" creationId="{87631629-63C6-6209-60D2-CB7BA51D9362}"/>
          </ac:spMkLst>
        </pc:spChg>
        <pc:spChg chg="add mod">
          <ac:chgData name="Sen Shen" userId="baf8d8f2-f1ba-4a39-8f58-4ae656356107" providerId="ADAL" clId="{B52557F7-4A18-4181-8FB3-A3BE7527DE24}" dt="2026-05-07T00:56:59.602" v="2297" actId="1038"/>
          <ac:spMkLst>
            <pc:docMk/>
            <pc:sldMk cId="0" sldId="1371"/>
            <ac:spMk id="186" creationId="{64BD2D8D-0ED4-D2EF-9A1C-794FB90AA8EA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87" creationId="{72A18E7D-6390-C5BD-3F32-D1FDBB2BB14F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88" creationId="{0716EC0F-A94E-E461-B47D-D4B029016D55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89" creationId="{A1711F21-8F6F-F9E4-E959-2E82A347D392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90" creationId="{77E8FFFB-F1B5-6D5E-13B9-50DF3489B092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91" creationId="{F17A1A59-DC5E-F0C1-19DC-888A314E1922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92" creationId="{1CBA9F3F-2824-2B2F-D13E-0E577CB4E62C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93" creationId="{D4A62369-C1C3-B824-7939-654233B1B620}"/>
          </ac:spMkLst>
        </pc:spChg>
        <pc:spChg chg="add mod">
          <ac:chgData name="Sen Shen" userId="baf8d8f2-f1ba-4a39-8f58-4ae656356107" providerId="ADAL" clId="{B52557F7-4A18-4181-8FB3-A3BE7527DE24}" dt="2026-05-06T20:43:08.986" v="2234" actId="1037"/>
          <ac:spMkLst>
            <pc:docMk/>
            <pc:sldMk cId="0" sldId="1371"/>
            <ac:spMk id="194" creationId="{0CC35EAF-C635-089A-1293-9DAA4B0C8C17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95" creationId="{C3E5E6AE-6A91-42B0-98A1-5D63D3FF804E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98" creationId="{B6ED0012-D7E9-9BBE-21DC-0FB2E6E29FED}"/>
          </ac:spMkLst>
        </pc:spChg>
        <pc:spChg chg="add mod">
          <ac:chgData name="Sen Shen" userId="baf8d8f2-f1ba-4a39-8f58-4ae656356107" providerId="ADAL" clId="{B52557F7-4A18-4181-8FB3-A3BE7527DE24}" dt="2026-05-07T00:56:38.934" v="2289" actId="1038"/>
          <ac:spMkLst>
            <pc:docMk/>
            <pc:sldMk cId="0" sldId="1371"/>
            <ac:spMk id="199" creationId="{B854C761-9D21-3001-988A-411120E3D45E}"/>
          </ac:spMkLst>
        </pc:spChg>
        <pc:spChg chg="add mod ord">
          <ac:chgData name="Sen Shen" userId="baf8d8f2-f1ba-4a39-8f58-4ae656356107" providerId="ADAL" clId="{B52557F7-4A18-4181-8FB3-A3BE7527DE24}" dt="2026-05-07T00:57:13.215" v="2311" actId="1038"/>
          <ac:spMkLst>
            <pc:docMk/>
            <pc:sldMk cId="0" sldId="1371"/>
            <ac:spMk id="201" creationId="{72BBF9B0-887F-BA93-18DF-1583ACA8541B}"/>
          </ac:spMkLst>
        </pc:spChg>
        <pc:spChg chg="add mod">
          <ac:chgData name="Sen Shen" userId="baf8d8f2-f1ba-4a39-8f58-4ae656356107" providerId="ADAL" clId="{B52557F7-4A18-4181-8FB3-A3BE7527DE24}" dt="2026-05-06T20:43:12.132" v="2235" actId="14100"/>
          <ac:spMkLst>
            <pc:docMk/>
            <pc:sldMk cId="0" sldId="1371"/>
            <ac:spMk id="204" creationId="{9706B3A2-7A38-01E9-1DDE-1D562D2BF574}"/>
          </ac:spMkLst>
        </pc:spChg>
        <pc:spChg chg="add mod">
          <ac:chgData name="Sen Shen" userId="baf8d8f2-f1ba-4a39-8f58-4ae656356107" providerId="ADAL" clId="{B52557F7-4A18-4181-8FB3-A3BE7527DE24}" dt="2026-05-07T01:06:39.193" v="2356" actId="207"/>
          <ac:spMkLst>
            <pc:docMk/>
            <pc:sldMk cId="0" sldId="1371"/>
            <ac:spMk id="205" creationId="{2B8E8F27-5017-347F-9BDF-A3C2866AFF5E}"/>
          </ac:spMkLst>
        </pc:spChg>
        <pc:spChg chg="add mod">
          <ac:chgData name="Sen Shen" userId="baf8d8f2-f1ba-4a39-8f58-4ae656356107" providerId="ADAL" clId="{B52557F7-4A18-4181-8FB3-A3BE7527DE24}" dt="2026-05-06T20:28:12.822" v="1820" actId="207"/>
          <ac:spMkLst>
            <pc:docMk/>
            <pc:sldMk cId="0" sldId="1371"/>
            <ac:spMk id="207" creationId="{8AF63BB4-8CE9-1BCD-C93F-429B16454C2E}"/>
          </ac:spMkLst>
        </pc:spChg>
        <pc:spChg chg="add mod">
          <ac:chgData name="Sen Shen" userId="baf8d8f2-f1ba-4a39-8f58-4ae656356107" providerId="ADAL" clId="{B52557F7-4A18-4181-8FB3-A3BE7527DE24}" dt="2026-05-07T01:07:07.686" v="2357" actId="207"/>
          <ac:spMkLst>
            <pc:docMk/>
            <pc:sldMk cId="0" sldId="1371"/>
            <ac:spMk id="208" creationId="{581FB3F3-041E-998C-EAE7-5C17EB28BD41}"/>
          </ac:spMkLst>
        </pc:spChg>
        <pc:spChg chg="add mod">
          <ac:chgData name="Sen Shen" userId="baf8d8f2-f1ba-4a39-8f58-4ae656356107" providerId="ADAL" clId="{B52557F7-4A18-4181-8FB3-A3BE7527DE24}" dt="2026-05-06T20:29:52.866" v="1833" actId="14100"/>
          <ac:spMkLst>
            <pc:docMk/>
            <pc:sldMk cId="0" sldId="1371"/>
            <ac:spMk id="209" creationId="{0228887B-19C1-A566-8A8A-A694E26B32FD}"/>
          </ac:spMkLst>
        </pc:spChg>
        <pc:spChg chg="add mod">
          <ac:chgData name="Sen Shen" userId="baf8d8f2-f1ba-4a39-8f58-4ae656356107" providerId="ADAL" clId="{B52557F7-4A18-4181-8FB3-A3BE7527DE24}" dt="2026-05-06T20:43:16.568" v="2236" actId="1076"/>
          <ac:spMkLst>
            <pc:docMk/>
            <pc:sldMk cId="0" sldId="1371"/>
            <ac:spMk id="210" creationId="{A2713D9D-4CE0-72A9-3F10-39ED57245744}"/>
          </ac:spMkLst>
        </pc:spChg>
        <pc:spChg chg="add mod">
          <ac:chgData name="Sen Shen" userId="baf8d8f2-f1ba-4a39-8f58-4ae656356107" providerId="ADAL" clId="{B52557F7-4A18-4181-8FB3-A3BE7527DE24}" dt="2026-05-07T00:57:42.823" v="2349" actId="1036"/>
          <ac:spMkLst>
            <pc:docMk/>
            <pc:sldMk cId="0" sldId="1371"/>
            <ac:spMk id="211" creationId="{0AAE5D38-35F0-AA41-23BA-6517A99F0A82}"/>
          </ac:spMkLst>
        </pc:spChg>
        <pc:spChg chg="add mod">
          <ac:chgData name="Sen Shen" userId="baf8d8f2-f1ba-4a39-8f58-4ae656356107" providerId="ADAL" clId="{B52557F7-4A18-4181-8FB3-A3BE7527DE24}" dt="2026-05-07T00:57:49.276" v="2353" actId="1036"/>
          <ac:spMkLst>
            <pc:docMk/>
            <pc:sldMk cId="0" sldId="1371"/>
            <ac:spMk id="212" creationId="{E2384806-0186-283C-D28C-59A8FF4078E7}"/>
          </ac:spMkLst>
        </pc:spChg>
        <pc:spChg chg="add mod">
          <ac:chgData name="Sen Shen" userId="baf8d8f2-f1ba-4a39-8f58-4ae656356107" providerId="ADAL" clId="{B52557F7-4A18-4181-8FB3-A3BE7527DE24}" dt="2026-05-06T20:41:36.790" v="2198" actId="1076"/>
          <ac:spMkLst>
            <pc:docMk/>
            <pc:sldMk cId="0" sldId="1371"/>
            <ac:spMk id="213" creationId="{0731F776-1ABF-EA7D-3ED9-593D8484DC23}"/>
          </ac:spMkLst>
        </pc:spChg>
        <pc:spChg chg="add mod">
          <ac:chgData name="Sen Shen" userId="baf8d8f2-f1ba-4a39-8f58-4ae656356107" providerId="ADAL" clId="{B52557F7-4A18-4181-8FB3-A3BE7527DE24}" dt="2026-05-07T00:57:19.112" v="2320" actId="1038"/>
          <ac:spMkLst>
            <pc:docMk/>
            <pc:sldMk cId="0" sldId="1371"/>
            <ac:spMk id="214" creationId="{3142BDE9-5DD9-83FC-031C-549850009687}"/>
          </ac:spMkLst>
        </pc:spChg>
        <pc:spChg chg="add mod">
          <ac:chgData name="Sen Shen" userId="baf8d8f2-f1ba-4a39-8f58-4ae656356107" providerId="ADAL" clId="{B52557F7-4A18-4181-8FB3-A3BE7527DE24}" dt="2026-05-06T20:45:25.998" v="2270" actId="1076"/>
          <ac:spMkLst>
            <pc:docMk/>
            <pc:sldMk cId="0" sldId="1371"/>
            <ac:spMk id="215" creationId="{A0B20942-7006-04B8-5D09-5BC800A84877}"/>
          </ac:spMkLst>
        </pc:spChg>
        <pc:spChg chg="add mod">
          <ac:chgData name="Sen Shen" userId="baf8d8f2-f1ba-4a39-8f58-4ae656356107" providerId="ADAL" clId="{B52557F7-4A18-4181-8FB3-A3BE7527DE24}" dt="2026-05-06T20:45:14.596" v="2268" actId="1076"/>
          <ac:spMkLst>
            <pc:docMk/>
            <pc:sldMk cId="0" sldId="1371"/>
            <ac:spMk id="216" creationId="{2F54462D-1BE8-2C92-10DE-D3A30A11470B}"/>
          </ac:spMkLst>
        </pc:spChg>
        <pc:picChg chg="add mod modCrop">
          <ac:chgData name="Sen Shen" userId="baf8d8f2-f1ba-4a39-8f58-4ae656356107" providerId="ADAL" clId="{B52557F7-4A18-4181-8FB3-A3BE7527DE24}" dt="2026-05-06T17:56:01.419" v="1035" actId="1076"/>
          <ac:picMkLst>
            <pc:docMk/>
            <pc:sldMk cId="0" sldId="1371"/>
            <ac:picMk id="3" creationId="{17AB2461-4291-6F4B-9220-2BFBEB392C79}"/>
          </ac:picMkLst>
        </pc:picChg>
        <pc:picChg chg="add mod">
          <ac:chgData name="Sen Shen" userId="baf8d8f2-f1ba-4a39-8f58-4ae656356107" providerId="ADAL" clId="{B52557F7-4A18-4181-8FB3-A3BE7527DE24}" dt="2026-05-06T20:35:10.133" v="2012" actId="1037"/>
          <ac:picMkLst>
            <pc:docMk/>
            <pc:sldMk cId="0" sldId="1371"/>
            <ac:picMk id="7" creationId="{D03F32D8-801C-B21B-566E-0D815AC47244}"/>
          </ac:picMkLst>
        </pc:picChg>
        <pc:picChg chg="add mod">
          <ac:chgData name="Sen Shen" userId="baf8d8f2-f1ba-4a39-8f58-4ae656356107" providerId="ADAL" clId="{B52557F7-4A18-4181-8FB3-A3BE7527DE24}" dt="2026-05-06T15:36:40.943" v="384" actId="1076"/>
          <ac:picMkLst>
            <pc:docMk/>
            <pc:sldMk cId="0" sldId="1371"/>
            <ac:picMk id="12" creationId="{E443F761-5E25-1601-A611-2A90B3F92A76}"/>
          </ac:picMkLst>
        </pc:picChg>
        <pc:picChg chg="add mod">
          <ac:chgData name="Sen Shen" userId="baf8d8f2-f1ba-4a39-8f58-4ae656356107" providerId="ADAL" clId="{B52557F7-4A18-4181-8FB3-A3BE7527DE24}" dt="2026-05-06T16:04:46.619" v="595" actId="1038"/>
          <ac:picMkLst>
            <pc:docMk/>
            <pc:sldMk cId="0" sldId="1371"/>
            <ac:picMk id="22" creationId="{A51E95B3-A4D0-3CE9-F82A-5AB20CF36F7E}"/>
          </ac:picMkLst>
        </pc:picChg>
        <pc:picChg chg="add mod">
          <ac:chgData name="Sen Shen" userId="baf8d8f2-f1ba-4a39-8f58-4ae656356107" providerId="ADAL" clId="{B52557F7-4A18-4181-8FB3-A3BE7527DE24}" dt="2026-05-06T14:49:38.532" v="143" actId="1038"/>
          <ac:picMkLst>
            <pc:docMk/>
            <pc:sldMk cId="0" sldId="1371"/>
            <ac:picMk id="51" creationId="{51CEC127-B6A1-E3B5-5306-CA55D8CA51A6}"/>
          </ac:picMkLst>
        </pc:picChg>
        <pc:picChg chg="add mod">
          <ac:chgData name="Sen Shen" userId="baf8d8f2-f1ba-4a39-8f58-4ae656356107" providerId="ADAL" clId="{B52557F7-4A18-4181-8FB3-A3BE7527DE24}" dt="2026-05-06T14:50:55.482" v="147" actId="1076"/>
          <ac:picMkLst>
            <pc:docMk/>
            <pc:sldMk cId="0" sldId="1371"/>
            <ac:picMk id="52" creationId="{40E65198-5036-764D-48AF-6AA75E4711DF}"/>
          </ac:picMkLst>
        </pc:picChg>
        <pc:picChg chg="add mod">
          <ac:chgData name="Sen Shen" userId="baf8d8f2-f1ba-4a39-8f58-4ae656356107" providerId="ADAL" clId="{B52557F7-4A18-4181-8FB3-A3BE7527DE24}" dt="2026-05-06T14:51:12.214" v="149" actId="1076"/>
          <ac:picMkLst>
            <pc:docMk/>
            <pc:sldMk cId="0" sldId="1371"/>
            <ac:picMk id="55" creationId="{84EC531B-2447-6B39-F076-0FA5D5F5FA47}"/>
          </ac:picMkLst>
        </pc:picChg>
        <pc:picChg chg="add mod">
          <ac:chgData name="Sen Shen" userId="baf8d8f2-f1ba-4a39-8f58-4ae656356107" providerId="ADAL" clId="{B52557F7-4A18-4181-8FB3-A3BE7527DE24}" dt="2026-05-06T14:51:12.214" v="149" actId="1076"/>
          <ac:picMkLst>
            <pc:docMk/>
            <pc:sldMk cId="0" sldId="1371"/>
            <ac:picMk id="56" creationId="{98445060-C51C-C07B-3D33-3BB4845AF187}"/>
          </ac:picMkLst>
        </pc:picChg>
        <pc:picChg chg="add mod">
          <ac:chgData name="Sen Shen" userId="baf8d8f2-f1ba-4a39-8f58-4ae656356107" providerId="ADAL" clId="{B52557F7-4A18-4181-8FB3-A3BE7527DE24}" dt="2026-05-06T14:51:34.625" v="154" actId="1076"/>
          <ac:picMkLst>
            <pc:docMk/>
            <pc:sldMk cId="0" sldId="1371"/>
            <ac:picMk id="59" creationId="{ACDF1257-46B1-11E0-DA14-47061785A3F2}"/>
          </ac:picMkLst>
        </pc:picChg>
        <pc:picChg chg="add mod">
          <ac:chgData name="Sen Shen" userId="baf8d8f2-f1ba-4a39-8f58-4ae656356107" providerId="ADAL" clId="{B52557F7-4A18-4181-8FB3-A3BE7527DE24}" dt="2026-05-06T14:51:34.625" v="154" actId="1076"/>
          <ac:picMkLst>
            <pc:docMk/>
            <pc:sldMk cId="0" sldId="1371"/>
            <ac:picMk id="60" creationId="{700B1C3D-3703-F792-0361-7836A7B78C82}"/>
          </ac:picMkLst>
        </pc:picChg>
        <pc:picChg chg="add mod">
          <ac:chgData name="Sen Shen" userId="baf8d8f2-f1ba-4a39-8f58-4ae656356107" providerId="ADAL" clId="{B52557F7-4A18-4181-8FB3-A3BE7527DE24}" dt="2026-05-06T14:51:42.959" v="156" actId="1076"/>
          <ac:picMkLst>
            <pc:docMk/>
            <pc:sldMk cId="0" sldId="1371"/>
            <ac:picMk id="63" creationId="{6310457E-2855-6D73-36BC-DD657B69C055}"/>
          </ac:picMkLst>
        </pc:picChg>
        <pc:picChg chg="add mod">
          <ac:chgData name="Sen Shen" userId="baf8d8f2-f1ba-4a39-8f58-4ae656356107" providerId="ADAL" clId="{B52557F7-4A18-4181-8FB3-A3BE7527DE24}" dt="2026-05-06T14:51:42.959" v="156" actId="1076"/>
          <ac:picMkLst>
            <pc:docMk/>
            <pc:sldMk cId="0" sldId="1371"/>
            <ac:picMk id="64" creationId="{C5F3CE44-3ABA-A57C-1AAB-B5CF0F6A6579}"/>
          </ac:picMkLst>
        </pc:picChg>
        <pc:picChg chg="add mod">
          <ac:chgData name="Sen Shen" userId="baf8d8f2-f1ba-4a39-8f58-4ae656356107" providerId="ADAL" clId="{B52557F7-4A18-4181-8FB3-A3BE7527DE24}" dt="2026-05-06T17:50:13.783" v="939" actId="1038"/>
          <ac:picMkLst>
            <pc:docMk/>
            <pc:sldMk cId="0" sldId="1371"/>
            <ac:picMk id="77" creationId="{4CAC7637-D5EF-D2A9-118D-67552131E70C}"/>
          </ac:picMkLst>
        </pc:picChg>
        <pc:picChg chg="add mod">
          <ac:chgData name="Sen Shen" userId="baf8d8f2-f1ba-4a39-8f58-4ae656356107" providerId="ADAL" clId="{B52557F7-4A18-4181-8FB3-A3BE7527DE24}" dt="2026-05-06T20:27:50.310" v="1814" actId="1038"/>
          <ac:picMkLst>
            <pc:docMk/>
            <pc:sldMk cId="0" sldId="1371"/>
            <ac:picMk id="78" creationId="{B6B00991-97A7-2105-64B9-72DD6951A116}"/>
          </ac:picMkLst>
        </pc:picChg>
        <pc:picChg chg="mod">
          <ac:chgData name="Sen Shen" userId="baf8d8f2-f1ba-4a39-8f58-4ae656356107" providerId="ADAL" clId="{B52557F7-4A18-4181-8FB3-A3BE7527DE24}" dt="2026-05-06T15:26:20.182" v="339" actId="1076"/>
          <ac:picMkLst>
            <pc:docMk/>
            <pc:sldMk cId="0" sldId="1371"/>
            <ac:picMk id="95" creationId="{3770B896-63DF-412F-5D2E-79659951EEA2}"/>
          </ac:picMkLst>
        </pc:picChg>
        <pc:picChg chg="mod">
          <ac:chgData name="Sen Shen" userId="baf8d8f2-f1ba-4a39-8f58-4ae656356107" providerId="ADAL" clId="{B52557F7-4A18-4181-8FB3-A3BE7527DE24}" dt="2026-05-06T15:00:45.018" v="303" actId="1076"/>
          <ac:picMkLst>
            <pc:docMk/>
            <pc:sldMk cId="0" sldId="1371"/>
            <ac:picMk id="96" creationId="{B6DD5AD6-2F30-E676-4D6B-2A0939875145}"/>
          </ac:picMkLst>
        </pc:picChg>
        <pc:picChg chg="add mod">
          <ac:chgData name="Sen Shen" userId="baf8d8f2-f1ba-4a39-8f58-4ae656356107" providerId="ADAL" clId="{B52557F7-4A18-4181-8FB3-A3BE7527DE24}" dt="2026-05-06T18:28:46.159" v="1431" actId="1076"/>
          <ac:picMkLst>
            <pc:docMk/>
            <pc:sldMk cId="0" sldId="1371"/>
            <ac:picMk id="118" creationId="{1ED4E234-1639-51A3-E889-2AF39CBE4143}"/>
          </ac:picMkLst>
        </pc:picChg>
        <pc:picChg chg="mod topLvl">
          <ac:chgData name="Sen Shen" userId="baf8d8f2-f1ba-4a39-8f58-4ae656356107" providerId="ADAL" clId="{B52557F7-4A18-4181-8FB3-A3BE7527DE24}" dt="2026-05-06T20:43:21.880" v="2241" actId="1036"/>
          <ac:picMkLst>
            <pc:docMk/>
            <pc:sldMk cId="0" sldId="1371"/>
            <ac:picMk id="184" creationId="{88DBBCAA-B187-A040-3DFB-AE1567274A16}"/>
          </ac:picMkLst>
        </pc:picChg>
        <pc:cxnChg chg="add mod">
          <ac:chgData name="Sen Shen" userId="baf8d8f2-f1ba-4a39-8f58-4ae656356107" providerId="ADAL" clId="{B52557F7-4A18-4181-8FB3-A3BE7527DE24}" dt="2026-05-06T15:29:20.186" v="364" actId="1038"/>
          <ac:cxnSpMkLst>
            <pc:docMk/>
            <pc:sldMk cId="0" sldId="1371"/>
            <ac:cxnSpMk id="10" creationId="{79975895-1980-3F5B-B08C-6F421BC9AC5E}"/>
          </ac:cxnSpMkLst>
        </pc:cxnChg>
        <pc:cxnChg chg="add mod">
          <ac:chgData name="Sen Shen" userId="baf8d8f2-f1ba-4a39-8f58-4ae656356107" providerId="ADAL" clId="{B52557F7-4A18-4181-8FB3-A3BE7527DE24}" dt="2026-05-06T20:35:15.865" v="2035" actId="1038"/>
          <ac:cxnSpMkLst>
            <pc:docMk/>
            <pc:sldMk cId="0" sldId="1371"/>
            <ac:cxnSpMk id="11" creationId="{4D3B6A3F-D440-CB5E-6F53-8FFD40B5303F}"/>
          </ac:cxnSpMkLst>
        </pc:cxnChg>
      </pc:sldChg>
      <pc:sldChg chg="add">
        <pc:chgData name="Sen Shen" userId="baf8d8f2-f1ba-4a39-8f58-4ae656356107" providerId="ADAL" clId="{B52557F7-4A18-4181-8FB3-A3BE7527DE24}" dt="2026-05-06T15:38:57.829" v="393"/>
        <pc:sldMkLst>
          <pc:docMk/>
          <pc:sldMk cId="0" sldId="1372"/>
        </pc:sldMkLst>
      </pc:sldChg>
      <pc:sldChg chg="addSp delSp modSp add mod">
        <pc:chgData name="Sen Shen" userId="baf8d8f2-f1ba-4a39-8f58-4ae656356107" providerId="ADAL" clId="{B52557F7-4A18-4181-8FB3-A3BE7527DE24}" dt="2026-05-11T14:44:04.326" v="2474" actId="1038"/>
        <pc:sldMkLst>
          <pc:docMk/>
          <pc:sldMk cId="2374159098" sldId="1373"/>
        </pc:sldMkLst>
        <pc:spChg chg="mod">
          <ac:chgData name="Sen Shen" userId="baf8d8f2-f1ba-4a39-8f58-4ae656356107" providerId="ADAL" clId="{B52557F7-4A18-4181-8FB3-A3BE7527DE24}" dt="2026-05-07T13:06:09.279" v="2382" actId="1076"/>
          <ac:spMkLst>
            <pc:docMk/>
            <pc:sldMk cId="2374159098" sldId="1373"/>
            <ac:spMk id="6" creationId="{5A035D28-2698-1D57-BC66-790DD588454D}"/>
          </ac:spMkLst>
        </pc:spChg>
        <pc:spChg chg="add mod">
          <ac:chgData name="Sen Shen" userId="baf8d8f2-f1ba-4a39-8f58-4ae656356107" providerId="ADAL" clId="{B52557F7-4A18-4181-8FB3-A3BE7527DE24}" dt="2026-05-07T13:06:20.129" v="2384" actId="1076"/>
          <ac:spMkLst>
            <pc:docMk/>
            <pc:sldMk cId="2374159098" sldId="1373"/>
            <ac:spMk id="20" creationId="{75F8283D-E094-4E4B-2210-5CB2BBC1C97C}"/>
          </ac:spMkLst>
        </pc:spChg>
        <pc:spChg chg="add mod">
          <ac:chgData name="Sen Shen" userId="baf8d8f2-f1ba-4a39-8f58-4ae656356107" providerId="ADAL" clId="{B52557F7-4A18-4181-8FB3-A3BE7527DE24}" dt="2026-05-07T13:06:36.824" v="2386" actId="1076"/>
          <ac:spMkLst>
            <pc:docMk/>
            <pc:sldMk cId="2374159098" sldId="1373"/>
            <ac:spMk id="21" creationId="{C78BB7C4-3099-265A-184D-96AE67B776C4}"/>
          </ac:spMkLst>
        </pc:spChg>
        <pc:spChg chg="add mod">
          <ac:chgData name="Sen Shen" userId="baf8d8f2-f1ba-4a39-8f58-4ae656356107" providerId="ADAL" clId="{B52557F7-4A18-4181-8FB3-A3BE7527DE24}" dt="2026-05-07T13:07:54.905" v="2397" actId="1037"/>
          <ac:spMkLst>
            <pc:docMk/>
            <pc:sldMk cId="2374159098" sldId="1373"/>
            <ac:spMk id="29" creationId="{122A9F29-9559-EF8E-EEC7-C40E8F73234A}"/>
          </ac:spMkLst>
        </pc:spChg>
        <pc:spChg chg="mod">
          <ac:chgData name="Sen Shen" userId="baf8d8f2-f1ba-4a39-8f58-4ae656356107" providerId="ADAL" clId="{B52557F7-4A18-4181-8FB3-A3BE7527DE24}" dt="2026-05-07T13:15:49.268" v="2443" actId="20577"/>
          <ac:spMkLst>
            <pc:docMk/>
            <pc:sldMk cId="2374159098" sldId="1373"/>
            <ac:spMk id="117" creationId="{A4192E10-08D2-027D-E256-8938493A597A}"/>
          </ac:spMkLst>
        </pc:spChg>
        <pc:spChg chg="mod">
          <ac:chgData name="Sen Shen" userId="baf8d8f2-f1ba-4a39-8f58-4ae656356107" providerId="ADAL" clId="{B52557F7-4A18-4181-8FB3-A3BE7527DE24}" dt="2026-05-07T13:14:57.736" v="2406" actId="20577"/>
          <ac:spMkLst>
            <pc:docMk/>
            <pc:sldMk cId="2374159098" sldId="1373"/>
            <ac:spMk id="188" creationId="{2EF47330-409A-C9BE-DA74-920AAA62896A}"/>
          </ac:spMkLst>
        </pc:spChg>
        <pc:spChg chg="mod">
          <ac:chgData name="Sen Shen" userId="baf8d8f2-f1ba-4a39-8f58-4ae656356107" providerId="ADAL" clId="{B52557F7-4A18-4181-8FB3-A3BE7527DE24}" dt="2026-05-07T13:14:52.577" v="2399" actId="20577"/>
          <ac:spMkLst>
            <pc:docMk/>
            <pc:sldMk cId="2374159098" sldId="1373"/>
            <ac:spMk id="190" creationId="{AD5B5B48-A3B6-B463-BF48-5F5613958371}"/>
          </ac:spMkLst>
        </pc:spChg>
        <pc:spChg chg="mod">
          <ac:chgData name="Sen Shen" userId="baf8d8f2-f1ba-4a39-8f58-4ae656356107" providerId="ADAL" clId="{B52557F7-4A18-4181-8FB3-A3BE7527DE24}" dt="2026-05-11T14:44:04.326" v="2474" actId="1038"/>
          <ac:spMkLst>
            <pc:docMk/>
            <pc:sldMk cId="2374159098" sldId="1373"/>
            <ac:spMk id="210" creationId="{DBA393E9-949B-5963-9715-E2C760E45B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A9D76-74CA-6F41-8378-805C2B71B0D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DF6AD-9204-704A-AFA8-8C7A7BB1BB8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39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078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617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156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695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234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773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312" algn="l" defTabSz="1219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17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19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20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21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DF6AD-9204-704A-AFA8-8C7A7BB1BB84}" type="slidenum">
              <a:rPr lang="en-GB" smtClean="0"/>
              <a:t>27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3534924"/>
            <a:ext cx="26999804" cy="7519835"/>
          </a:xfrm>
        </p:spPr>
        <p:txBody>
          <a:bodyPr anchor="b"/>
          <a:lstStyle>
            <a:lvl1pPr algn="ctr">
              <a:defRPr sz="17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1344752"/>
            <a:ext cx="26999804" cy="5214884"/>
          </a:xfrm>
        </p:spPr>
        <p:txBody>
          <a:bodyPr/>
          <a:lstStyle>
            <a:lvl1pPr marL="0" indent="0" algn="ctr">
              <a:buNone/>
              <a:defRPr sz="7086"/>
            </a:lvl1pPr>
            <a:lvl2pPr marL="1349974" indent="0" algn="ctr">
              <a:buNone/>
              <a:defRPr sz="5905"/>
            </a:lvl2pPr>
            <a:lvl3pPr marL="2699949" indent="0" algn="ctr">
              <a:buNone/>
              <a:defRPr sz="5315"/>
            </a:lvl3pPr>
            <a:lvl4pPr marL="4049923" indent="0" algn="ctr">
              <a:buNone/>
              <a:defRPr sz="4724"/>
            </a:lvl4pPr>
            <a:lvl5pPr marL="5399898" indent="0" algn="ctr">
              <a:buNone/>
              <a:defRPr sz="4724"/>
            </a:lvl5pPr>
            <a:lvl6pPr marL="6749872" indent="0" algn="ctr">
              <a:buNone/>
              <a:defRPr sz="4724"/>
            </a:lvl6pPr>
            <a:lvl7pPr marL="8099847" indent="0" algn="ctr">
              <a:buNone/>
              <a:defRPr sz="4724"/>
            </a:lvl7pPr>
            <a:lvl8pPr marL="9449821" indent="0" algn="ctr">
              <a:buNone/>
              <a:defRPr sz="4724"/>
            </a:lvl8pPr>
            <a:lvl9pPr marL="10799796" indent="0" algn="ctr">
              <a:buNone/>
              <a:defRPr sz="4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0807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09258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5384885"/>
            <a:ext cx="31049774" cy="8984801"/>
          </a:xfrm>
        </p:spPr>
        <p:txBody>
          <a:bodyPr anchor="b"/>
          <a:lstStyle>
            <a:lvl1pPr>
              <a:defRPr sz="17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4454685"/>
            <a:ext cx="31049774" cy="4724895"/>
          </a:xfrm>
        </p:spPr>
        <p:txBody>
          <a:bodyPr/>
          <a:lstStyle>
            <a:lvl1pPr marL="0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1pPr>
            <a:lvl2pPr marL="1349974" indent="0">
              <a:buNone/>
              <a:defRPr sz="5905">
                <a:solidFill>
                  <a:schemeClr val="tx1">
                    <a:tint val="75000"/>
                  </a:schemeClr>
                </a:solidFill>
              </a:defRPr>
            </a:lvl2pPr>
            <a:lvl3pPr marL="2699949" indent="0">
              <a:buNone/>
              <a:defRPr sz="5315">
                <a:solidFill>
                  <a:schemeClr val="tx1">
                    <a:tint val="75000"/>
                  </a:schemeClr>
                </a:solidFill>
              </a:defRPr>
            </a:lvl3pPr>
            <a:lvl4pPr marL="4049923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4pPr>
            <a:lvl5pPr marL="53998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5pPr>
            <a:lvl6pPr marL="6749872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6pPr>
            <a:lvl7pPr marL="8099847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7pPr>
            <a:lvl8pPr marL="9449821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8pPr>
            <a:lvl9pPr marL="10799796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79484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5749874"/>
            <a:ext cx="15299889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5749874"/>
            <a:ext cx="15299889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TH.A1.4 ICTON 2024, Bari, Italy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B85EB29-6098-AFED-9F6A-C76F76AB632E}"/>
              </a:ext>
            </a:extLst>
          </p:cNvPr>
          <p:cNvSpPr txBox="1"/>
          <p:nvPr userDrawn="1"/>
        </p:nvSpPr>
        <p:spPr>
          <a:xfrm>
            <a:off x="26629566" y="20027857"/>
            <a:ext cx="8101004" cy="1150452"/>
          </a:xfrm>
          <a:prstGeom prst="rect">
            <a:avLst/>
          </a:prstGeom>
        </p:spPr>
        <p:txBody>
          <a:bodyPr vert="horz" lIns="68590" tIns="34292" rIns="68590" bIns="34292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ln>
                  <a:solidFill>
                    <a:srgbClr val="E1249A"/>
                  </a:solidFill>
                </a:ln>
                <a:solidFill>
                  <a:srgbClr val="9A1D2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E7B739-ECD2-4409-AB86-59C63C13B10E}" type="slidenum">
              <a:rPr lang="en-GB" sz="1050" smtClean="0"/>
              <a:t>‹#›</a:t>
            </a:fld>
            <a:endParaRPr lang="en-GB" sz="1050"/>
          </a:p>
        </p:txBody>
      </p:sp>
    </p:spTree>
    <p:extLst>
      <p:ext uri="{BB962C8B-B14F-4D97-AF65-F5344CB8AC3E}">
        <p14:creationId xmlns:p14="http://schemas.microsoft.com/office/powerpoint/2010/main" val="39577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149976"/>
            <a:ext cx="31049774" cy="4174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5294885"/>
            <a:ext cx="15229575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7889827"/>
            <a:ext cx="15229575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5294885"/>
            <a:ext cx="15304578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7889827"/>
            <a:ext cx="15304578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071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9550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50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109933"/>
            <a:ext cx="18224867" cy="15349662"/>
          </a:xfrm>
        </p:spPr>
        <p:txBody>
          <a:bodyPr/>
          <a:lstStyle>
            <a:lvl1pPr>
              <a:defRPr sz="9449"/>
            </a:lvl1pPr>
            <a:lvl2pPr>
              <a:defRPr sz="8268"/>
            </a:lvl2pPr>
            <a:lvl3pPr>
              <a:defRPr sz="7086"/>
            </a:lvl3pPr>
            <a:lvl4pPr>
              <a:defRPr sz="5905"/>
            </a:lvl4pPr>
            <a:lvl5pPr>
              <a:defRPr sz="5905"/>
            </a:lvl5pPr>
            <a:lvl6pPr>
              <a:defRPr sz="5905"/>
            </a:lvl6pPr>
            <a:lvl7pPr>
              <a:defRPr sz="5905"/>
            </a:lvl7pPr>
            <a:lvl8pPr>
              <a:defRPr sz="5905"/>
            </a:lvl8pPr>
            <a:lvl9pPr>
              <a:defRPr sz="5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58107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109933"/>
            <a:ext cx="18224867" cy="15349662"/>
          </a:xfrm>
        </p:spPr>
        <p:txBody>
          <a:bodyPr anchor="t"/>
          <a:lstStyle>
            <a:lvl1pPr marL="0" indent="0">
              <a:buNone/>
              <a:defRPr sz="9449"/>
            </a:lvl1pPr>
            <a:lvl2pPr marL="1349974" indent="0">
              <a:buNone/>
              <a:defRPr sz="8268"/>
            </a:lvl2pPr>
            <a:lvl3pPr marL="2699949" indent="0">
              <a:buNone/>
              <a:defRPr sz="7086"/>
            </a:lvl3pPr>
            <a:lvl4pPr marL="4049923" indent="0">
              <a:buNone/>
              <a:defRPr sz="5905"/>
            </a:lvl4pPr>
            <a:lvl5pPr marL="5399898" indent="0">
              <a:buNone/>
              <a:defRPr sz="5905"/>
            </a:lvl5pPr>
            <a:lvl6pPr marL="6749872" indent="0">
              <a:buNone/>
              <a:defRPr sz="5905"/>
            </a:lvl6pPr>
            <a:lvl7pPr marL="8099847" indent="0">
              <a:buNone/>
              <a:defRPr sz="5905"/>
            </a:lvl7pPr>
            <a:lvl8pPr marL="9449821" indent="0">
              <a:buNone/>
              <a:defRPr sz="5905"/>
            </a:lvl8pPr>
            <a:lvl9pPr marL="10799796" indent="0">
              <a:buNone/>
              <a:defRPr sz="59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4338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09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1149975"/>
            <a:ext cx="7762444" cy="183045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1149975"/>
            <a:ext cx="22837334" cy="18304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68258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362" y="3090127"/>
            <a:ext cx="33740211" cy="16212445"/>
          </a:xfrm>
        </p:spPr>
        <p:txBody>
          <a:bodyPr/>
          <a:lstStyle>
            <a:lvl1pPr>
              <a:lnSpc>
                <a:spcPct val="120000"/>
              </a:lnSpc>
              <a:defRPr sz="4410"/>
            </a:lvl1pPr>
            <a:lvl2pPr>
              <a:lnSpc>
                <a:spcPct val="120000"/>
              </a:lnSpc>
              <a:defRPr sz="3780"/>
            </a:lvl2pPr>
            <a:lvl3pPr>
              <a:lnSpc>
                <a:spcPct val="120000"/>
              </a:lnSpc>
              <a:defRPr sz="3780"/>
            </a:lvl3pPr>
            <a:lvl4pPr>
              <a:lnSpc>
                <a:spcPct val="120000"/>
              </a:lnSpc>
              <a:defRPr sz="2830"/>
            </a:lvl4pPr>
            <a:lvl5pPr>
              <a:lnSpc>
                <a:spcPct val="120000"/>
              </a:lnSpc>
              <a:buFont typeface="Arial" panose="020B0604020202020204" pitchFamily="34" charset="0"/>
              <a:buChar char="­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51926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26629566" y="20027857"/>
            <a:ext cx="8101004" cy="1150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ln>
                  <a:solidFill>
                    <a:srgbClr val="E1249A"/>
                  </a:solidFill>
                </a:ln>
                <a:solidFill>
                  <a:srgbClr val="9A1D2B"/>
                </a:solidFill>
              </a:defRPr>
            </a:lvl1pPr>
          </a:lstStyle>
          <a:p>
            <a:fld id="{6BE7B739-ECD2-4409-AB86-59C63C13B10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1926481" y="20027848"/>
            <a:ext cx="12151506" cy="1150452"/>
          </a:xfrm>
          <a:prstGeom prst="rect">
            <a:avLst/>
          </a:prstGeom>
        </p:spPr>
        <p:txBody>
          <a:bodyPr/>
          <a:lstStyle/>
          <a:p>
            <a:r>
              <a:rPr lang="en-GB"/>
              <a:t>TH.A1.4 ICTON 2024, Bari, Italy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38626" y="530153"/>
            <a:ext cx="0" cy="1717960"/>
          </a:xfrm>
          <a:prstGeom prst="line">
            <a:avLst/>
          </a:prstGeom>
          <a:ln w="38100">
            <a:solidFill>
              <a:srgbClr val="E124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 Internet Lab - 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60420" y="6468736"/>
            <a:ext cx="17139347" cy="5545336"/>
          </a:xfrm>
        </p:spPr>
        <p:txBody>
          <a:bodyPr wrap="square" lIns="0" tIns="0" rIns="0" bIns="0" anchor="t">
            <a:noAutofit/>
          </a:bodyPr>
          <a:lstStyle>
            <a:lvl1pPr>
              <a:lnSpc>
                <a:spcPct val="85000"/>
              </a:lnSpc>
              <a:defRPr sz="8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60416" y="13456433"/>
            <a:ext cx="16669651" cy="1553900"/>
          </a:xfrm>
        </p:spPr>
        <p:txBody>
          <a:bodyPr lIns="0" tIns="0" rIns="0" bIns="0"/>
          <a:lstStyle>
            <a:lvl1pPr marL="0" indent="0">
              <a:buNone/>
              <a:defRPr/>
            </a:lvl1pPr>
            <a:lvl5pPr marL="2880360" indent="0">
              <a:buNone/>
              <a:defRPr/>
            </a:lvl5pPr>
          </a:lstStyle>
          <a:p>
            <a:pPr lvl="0"/>
            <a:r>
              <a:rPr lang="en-US"/>
              <a:t>Name: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60418" y="16029063"/>
            <a:ext cx="10231164" cy="1553900"/>
          </a:xfrm>
        </p:spPr>
        <p:txBody>
          <a:bodyPr lIns="0" tIns="0" rIns="0" bIns="0"/>
          <a:lstStyle>
            <a:lvl1pPr marL="0" indent="0">
              <a:buNone/>
              <a:defRPr/>
            </a:lvl1pPr>
            <a:lvl5pPr marL="2880360" indent="0">
              <a:buNone/>
              <a:defRPr/>
            </a:lvl5pPr>
          </a:lstStyle>
          <a:p>
            <a:pPr lvl="0"/>
            <a:r>
              <a:rPr lang="en-US"/>
              <a:t>Date:</a:t>
            </a:r>
          </a:p>
        </p:txBody>
      </p:sp>
      <p:sp>
        <p:nvSpPr>
          <p:cNvPr id="12" name="Rectangle 1"/>
          <p:cNvSpPr/>
          <p:nvPr userDrawn="1"/>
        </p:nvSpPr>
        <p:spPr>
          <a:xfrm>
            <a:off x="18200543" y="0"/>
            <a:ext cx="10686771" cy="21804331"/>
          </a:xfrm>
          <a:custGeom>
            <a:avLst/>
            <a:gdLst>
              <a:gd name="connsiteX0" fmla="*/ 0 w 6890400"/>
              <a:gd name="connsiteY0" fmla="*/ 0 h 6889361"/>
              <a:gd name="connsiteX1" fmla="*/ 6890400 w 6890400"/>
              <a:gd name="connsiteY1" fmla="*/ 0 h 6889361"/>
              <a:gd name="connsiteX2" fmla="*/ 6890400 w 6890400"/>
              <a:gd name="connsiteY2" fmla="*/ 6889361 h 6889361"/>
              <a:gd name="connsiteX3" fmla="*/ 0 w 6890400"/>
              <a:gd name="connsiteY3" fmla="*/ 6889361 h 6889361"/>
              <a:gd name="connsiteX4" fmla="*/ 0 w 6890400"/>
              <a:gd name="connsiteY4" fmla="*/ 0 h 6889361"/>
              <a:gd name="connsiteX0-1" fmla="*/ 1773936 w 6890400"/>
              <a:gd name="connsiteY0-2" fmla="*/ 0 h 6898505"/>
              <a:gd name="connsiteX1-3" fmla="*/ 6890400 w 6890400"/>
              <a:gd name="connsiteY1-4" fmla="*/ 9144 h 6898505"/>
              <a:gd name="connsiteX2-5" fmla="*/ 6890400 w 6890400"/>
              <a:gd name="connsiteY2-6" fmla="*/ 6898505 h 6898505"/>
              <a:gd name="connsiteX3-7" fmla="*/ 0 w 6890400"/>
              <a:gd name="connsiteY3-8" fmla="*/ 6898505 h 6898505"/>
              <a:gd name="connsiteX4-9" fmla="*/ 1773936 w 6890400"/>
              <a:gd name="connsiteY4-10" fmla="*/ 0 h 6898505"/>
              <a:gd name="connsiteX0-11" fmla="*/ 1527048 w 6890400"/>
              <a:gd name="connsiteY0-12" fmla="*/ 27432 h 6889361"/>
              <a:gd name="connsiteX1-13" fmla="*/ 6890400 w 6890400"/>
              <a:gd name="connsiteY1-14" fmla="*/ 0 h 6889361"/>
              <a:gd name="connsiteX2-15" fmla="*/ 6890400 w 6890400"/>
              <a:gd name="connsiteY2-16" fmla="*/ 6889361 h 6889361"/>
              <a:gd name="connsiteX3-17" fmla="*/ 0 w 6890400"/>
              <a:gd name="connsiteY3-18" fmla="*/ 6889361 h 6889361"/>
              <a:gd name="connsiteX4-19" fmla="*/ 1527048 w 6890400"/>
              <a:gd name="connsiteY4-20" fmla="*/ 27432 h 6889361"/>
              <a:gd name="connsiteX0-21" fmla="*/ 1563624 w 6926976"/>
              <a:gd name="connsiteY0-22" fmla="*/ 27432 h 6916793"/>
              <a:gd name="connsiteX1-23" fmla="*/ 6926976 w 6926976"/>
              <a:gd name="connsiteY1-24" fmla="*/ 0 h 6916793"/>
              <a:gd name="connsiteX2-25" fmla="*/ 6926976 w 6926976"/>
              <a:gd name="connsiteY2-26" fmla="*/ 6889361 h 6916793"/>
              <a:gd name="connsiteX3-27" fmla="*/ 0 w 6926976"/>
              <a:gd name="connsiteY3-28" fmla="*/ 6916793 h 6916793"/>
              <a:gd name="connsiteX4-29" fmla="*/ 1563624 w 6926976"/>
              <a:gd name="connsiteY4-30" fmla="*/ 27432 h 6916793"/>
              <a:gd name="connsiteX0-31" fmla="*/ 1563624 w 6926976"/>
              <a:gd name="connsiteY0-32" fmla="*/ 27432 h 6916793"/>
              <a:gd name="connsiteX1-33" fmla="*/ 6926976 w 6926976"/>
              <a:gd name="connsiteY1-34" fmla="*/ 0 h 6916793"/>
              <a:gd name="connsiteX2-35" fmla="*/ 6926976 w 6926976"/>
              <a:gd name="connsiteY2-36" fmla="*/ 6907649 h 6916793"/>
              <a:gd name="connsiteX3-37" fmla="*/ 0 w 6926976"/>
              <a:gd name="connsiteY3-38" fmla="*/ 6916793 h 6916793"/>
              <a:gd name="connsiteX4-39" fmla="*/ 1563624 w 6926976"/>
              <a:gd name="connsiteY4-40" fmla="*/ 27432 h 6916793"/>
              <a:gd name="connsiteX0-41" fmla="*/ 1554480 w 6926976"/>
              <a:gd name="connsiteY0-42" fmla="*/ 9144 h 6916793"/>
              <a:gd name="connsiteX1-43" fmla="*/ 6926976 w 6926976"/>
              <a:gd name="connsiteY1-44" fmla="*/ 0 h 6916793"/>
              <a:gd name="connsiteX2-45" fmla="*/ 6926976 w 6926976"/>
              <a:gd name="connsiteY2-46" fmla="*/ 6907649 h 6916793"/>
              <a:gd name="connsiteX3-47" fmla="*/ 0 w 6926976"/>
              <a:gd name="connsiteY3-48" fmla="*/ 6916793 h 6916793"/>
              <a:gd name="connsiteX4-49" fmla="*/ 1554480 w 6926976"/>
              <a:gd name="connsiteY4-50" fmla="*/ 9144 h 6916793"/>
              <a:gd name="connsiteX0-51" fmla="*/ 1545336 w 6926976"/>
              <a:gd name="connsiteY0-52" fmla="*/ 9144 h 6916793"/>
              <a:gd name="connsiteX1-53" fmla="*/ 6926976 w 6926976"/>
              <a:gd name="connsiteY1-54" fmla="*/ 0 h 6916793"/>
              <a:gd name="connsiteX2-55" fmla="*/ 6926976 w 6926976"/>
              <a:gd name="connsiteY2-56" fmla="*/ 6907649 h 6916793"/>
              <a:gd name="connsiteX3-57" fmla="*/ 0 w 6926976"/>
              <a:gd name="connsiteY3-58" fmla="*/ 6916793 h 6916793"/>
              <a:gd name="connsiteX4-59" fmla="*/ 1545336 w 6926976"/>
              <a:gd name="connsiteY4-60" fmla="*/ 9144 h 6916793"/>
              <a:gd name="connsiteX0-61" fmla="*/ 1545336 w 6936120"/>
              <a:gd name="connsiteY0-62" fmla="*/ 0 h 6907649"/>
              <a:gd name="connsiteX1-63" fmla="*/ 6936120 w 6936120"/>
              <a:gd name="connsiteY1-64" fmla="*/ 9144 h 6907649"/>
              <a:gd name="connsiteX2-65" fmla="*/ 6926976 w 6936120"/>
              <a:gd name="connsiteY2-66" fmla="*/ 6898505 h 6907649"/>
              <a:gd name="connsiteX3-67" fmla="*/ 0 w 6936120"/>
              <a:gd name="connsiteY3-68" fmla="*/ 6907649 h 6907649"/>
              <a:gd name="connsiteX4-69" fmla="*/ 1545336 w 6936120"/>
              <a:gd name="connsiteY4-70" fmla="*/ 0 h 6907649"/>
              <a:gd name="connsiteX0-71" fmla="*/ 1545336 w 6926976"/>
              <a:gd name="connsiteY0-72" fmla="*/ 18288 h 6925937"/>
              <a:gd name="connsiteX1-73" fmla="*/ 6908688 w 6926976"/>
              <a:gd name="connsiteY1-74" fmla="*/ 0 h 6925937"/>
              <a:gd name="connsiteX2-75" fmla="*/ 6926976 w 6926976"/>
              <a:gd name="connsiteY2-76" fmla="*/ 6916793 h 6925937"/>
              <a:gd name="connsiteX3-77" fmla="*/ 0 w 6926976"/>
              <a:gd name="connsiteY3-78" fmla="*/ 6925937 h 6925937"/>
              <a:gd name="connsiteX4-79" fmla="*/ 1545336 w 6926976"/>
              <a:gd name="connsiteY4-80" fmla="*/ 18288 h 6925937"/>
              <a:gd name="connsiteX0-81" fmla="*/ 1563624 w 6926976"/>
              <a:gd name="connsiteY0-82" fmla="*/ 0 h 6925937"/>
              <a:gd name="connsiteX1-83" fmla="*/ 6908688 w 6926976"/>
              <a:gd name="connsiteY1-84" fmla="*/ 0 h 6925937"/>
              <a:gd name="connsiteX2-85" fmla="*/ 6926976 w 6926976"/>
              <a:gd name="connsiteY2-86" fmla="*/ 6916793 h 6925937"/>
              <a:gd name="connsiteX3-87" fmla="*/ 0 w 6926976"/>
              <a:gd name="connsiteY3-88" fmla="*/ 6925937 h 6925937"/>
              <a:gd name="connsiteX4-89" fmla="*/ 1563624 w 6926976"/>
              <a:gd name="connsiteY4-90" fmla="*/ 0 h 6925937"/>
              <a:gd name="connsiteX0-91" fmla="*/ 1563624 w 6908688"/>
              <a:gd name="connsiteY0-92" fmla="*/ 0 h 6925937"/>
              <a:gd name="connsiteX1-93" fmla="*/ 6908688 w 6908688"/>
              <a:gd name="connsiteY1-94" fmla="*/ 0 h 6925937"/>
              <a:gd name="connsiteX2-95" fmla="*/ 6058296 w 6908688"/>
              <a:gd name="connsiteY2-96" fmla="*/ 6925937 h 6925937"/>
              <a:gd name="connsiteX3-97" fmla="*/ 0 w 6908688"/>
              <a:gd name="connsiteY3-98" fmla="*/ 6925937 h 6925937"/>
              <a:gd name="connsiteX4-99" fmla="*/ 1563624 w 6908688"/>
              <a:gd name="connsiteY4-100" fmla="*/ 0 h 6925937"/>
              <a:gd name="connsiteX0-101" fmla="*/ 1563624 w 6908688"/>
              <a:gd name="connsiteY0-102" fmla="*/ 0 h 6925937"/>
              <a:gd name="connsiteX1-103" fmla="*/ 6908688 w 6908688"/>
              <a:gd name="connsiteY1-104" fmla="*/ 0 h 6925937"/>
              <a:gd name="connsiteX2-105" fmla="*/ 5738256 w 6908688"/>
              <a:gd name="connsiteY2-106" fmla="*/ 6916793 h 6925937"/>
              <a:gd name="connsiteX3-107" fmla="*/ 0 w 6908688"/>
              <a:gd name="connsiteY3-108" fmla="*/ 6925937 h 6925937"/>
              <a:gd name="connsiteX4-109" fmla="*/ 1563624 w 6908688"/>
              <a:gd name="connsiteY4-110" fmla="*/ 0 h 6925937"/>
              <a:gd name="connsiteX0-111" fmla="*/ 1563624 w 6908688"/>
              <a:gd name="connsiteY0-112" fmla="*/ 0 h 6925937"/>
              <a:gd name="connsiteX1-113" fmla="*/ 6908688 w 6908688"/>
              <a:gd name="connsiteY1-114" fmla="*/ 0 h 6925937"/>
              <a:gd name="connsiteX2-115" fmla="*/ 5253624 w 6908688"/>
              <a:gd name="connsiteY2-116" fmla="*/ 6898505 h 6925937"/>
              <a:gd name="connsiteX3-117" fmla="*/ 0 w 6908688"/>
              <a:gd name="connsiteY3-118" fmla="*/ 6925937 h 6925937"/>
              <a:gd name="connsiteX4-119" fmla="*/ 1563624 w 6908688"/>
              <a:gd name="connsiteY4-120" fmla="*/ 0 h 6925937"/>
              <a:gd name="connsiteX0-121" fmla="*/ 1563624 w 6908688"/>
              <a:gd name="connsiteY0-122" fmla="*/ 0 h 6925937"/>
              <a:gd name="connsiteX1-123" fmla="*/ 6908688 w 6908688"/>
              <a:gd name="connsiteY1-124" fmla="*/ 0 h 6925937"/>
              <a:gd name="connsiteX2-125" fmla="*/ 4768992 w 6908688"/>
              <a:gd name="connsiteY2-126" fmla="*/ 6925937 h 6925937"/>
              <a:gd name="connsiteX3-127" fmla="*/ 0 w 6908688"/>
              <a:gd name="connsiteY3-128" fmla="*/ 6925937 h 6925937"/>
              <a:gd name="connsiteX4-129" fmla="*/ 1563624 w 6908688"/>
              <a:gd name="connsiteY4-130" fmla="*/ 0 h 6925937"/>
              <a:gd name="connsiteX0-131" fmla="*/ 1563624 w 6908688"/>
              <a:gd name="connsiteY0-132" fmla="*/ 0 h 6925937"/>
              <a:gd name="connsiteX1-133" fmla="*/ 6908688 w 6908688"/>
              <a:gd name="connsiteY1-134" fmla="*/ 0 h 6925937"/>
              <a:gd name="connsiteX2-135" fmla="*/ 4869576 w 6908688"/>
              <a:gd name="connsiteY2-136" fmla="*/ 6925937 h 6925937"/>
              <a:gd name="connsiteX3-137" fmla="*/ 0 w 6908688"/>
              <a:gd name="connsiteY3-138" fmla="*/ 6925937 h 6925937"/>
              <a:gd name="connsiteX4-139" fmla="*/ 1563624 w 6908688"/>
              <a:gd name="connsiteY4-140" fmla="*/ 0 h 6925937"/>
              <a:gd name="connsiteX0-141" fmla="*/ 1563624 w 6908688"/>
              <a:gd name="connsiteY0-142" fmla="*/ 0 h 6935081"/>
              <a:gd name="connsiteX1-143" fmla="*/ 6908688 w 6908688"/>
              <a:gd name="connsiteY1-144" fmla="*/ 0 h 6935081"/>
              <a:gd name="connsiteX2-145" fmla="*/ 4805568 w 6908688"/>
              <a:gd name="connsiteY2-146" fmla="*/ 6935081 h 6935081"/>
              <a:gd name="connsiteX3-147" fmla="*/ 0 w 6908688"/>
              <a:gd name="connsiteY3-148" fmla="*/ 6925937 h 6935081"/>
              <a:gd name="connsiteX4-149" fmla="*/ 1563624 w 6908688"/>
              <a:gd name="connsiteY4-150" fmla="*/ 0 h 6935081"/>
              <a:gd name="connsiteX0-151" fmla="*/ 1563624 w 6908688"/>
              <a:gd name="connsiteY0-152" fmla="*/ 0 h 6925937"/>
              <a:gd name="connsiteX1-153" fmla="*/ 6908688 w 6908688"/>
              <a:gd name="connsiteY1-154" fmla="*/ 0 h 6925937"/>
              <a:gd name="connsiteX2-155" fmla="*/ 4842144 w 6908688"/>
              <a:gd name="connsiteY2-156" fmla="*/ 6925937 h 6925937"/>
              <a:gd name="connsiteX3-157" fmla="*/ 0 w 6908688"/>
              <a:gd name="connsiteY3-158" fmla="*/ 6925937 h 6925937"/>
              <a:gd name="connsiteX4-159" fmla="*/ 1563624 w 6908688"/>
              <a:gd name="connsiteY4-160" fmla="*/ 0 h 6925937"/>
              <a:gd name="connsiteX0-161" fmla="*/ 1563624 w 5034168"/>
              <a:gd name="connsiteY0-162" fmla="*/ 0 h 6925937"/>
              <a:gd name="connsiteX1-163" fmla="*/ 5034168 w 5034168"/>
              <a:gd name="connsiteY1-164" fmla="*/ 0 h 6925937"/>
              <a:gd name="connsiteX2-165" fmla="*/ 4842144 w 5034168"/>
              <a:gd name="connsiteY2-166" fmla="*/ 6925937 h 6925937"/>
              <a:gd name="connsiteX3-167" fmla="*/ 0 w 5034168"/>
              <a:gd name="connsiteY3-168" fmla="*/ 6925937 h 6925937"/>
              <a:gd name="connsiteX4-169" fmla="*/ 1563624 w 5034168"/>
              <a:gd name="connsiteY4-170" fmla="*/ 0 h 6925937"/>
              <a:gd name="connsiteX0-171" fmla="*/ 1563624 w 5034168"/>
              <a:gd name="connsiteY0-172" fmla="*/ 0 h 6935081"/>
              <a:gd name="connsiteX1-173" fmla="*/ 5034168 w 5034168"/>
              <a:gd name="connsiteY1-174" fmla="*/ 0 h 6935081"/>
              <a:gd name="connsiteX2-175" fmla="*/ 4878720 w 5034168"/>
              <a:gd name="connsiteY2-176" fmla="*/ 6935081 h 6935081"/>
              <a:gd name="connsiteX3-177" fmla="*/ 0 w 5034168"/>
              <a:gd name="connsiteY3-178" fmla="*/ 6925937 h 6935081"/>
              <a:gd name="connsiteX4-179" fmla="*/ 1563624 w 5034168"/>
              <a:gd name="connsiteY4-180" fmla="*/ 0 h 6935081"/>
              <a:gd name="connsiteX0-181" fmla="*/ 1313008 w 4783552"/>
              <a:gd name="connsiteY0-182" fmla="*/ 0 h 6943926"/>
              <a:gd name="connsiteX1-183" fmla="*/ 4783552 w 4783552"/>
              <a:gd name="connsiteY1-184" fmla="*/ 0 h 6943926"/>
              <a:gd name="connsiteX2-185" fmla="*/ 4628104 w 4783552"/>
              <a:gd name="connsiteY2-186" fmla="*/ 6935081 h 6943926"/>
              <a:gd name="connsiteX3-187" fmla="*/ 0 w 4783552"/>
              <a:gd name="connsiteY3-188" fmla="*/ 6943926 h 6943926"/>
              <a:gd name="connsiteX4-189" fmla="*/ 1313008 w 4783552"/>
              <a:gd name="connsiteY4-190" fmla="*/ 0 h 6943926"/>
              <a:gd name="connsiteX0-191" fmla="*/ 1404901 w 4783552"/>
              <a:gd name="connsiteY0-192" fmla="*/ 8994 h 6943926"/>
              <a:gd name="connsiteX1-193" fmla="*/ 4783552 w 4783552"/>
              <a:gd name="connsiteY1-194" fmla="*/ 0 h 6943926"/>
              <a:gd name="connsiteX2-195" fmla="*/ 4628104 w 4783552"/>
              <a:gd name="connsiteY2-196" fmla="*/ 6935081 h 6943926"/>
              <a:gd name="connsiteX3-197" fmla="*/ 0 w 4783552"/>
              <a:gd name="connsiteY3-198" fmla="*/ 6943926 h 6943926"/>
              <a:gd name="connsiteX4-199" fmla="*/ 1404901 w 4783552"/>
              <a:gd name="connsiteY4-200" fmla="*/ 8994 h 6943926"/>
              <a:gd name="connsiteX0-201" fmla="*/ 1488440 w 4783552"/>
              <a:gd name="connsiteY0-202" fmla="*/ 8994 h 6943926"/>
              <a:gd name="connsiteX1-203" fmla="*/ 4783552 w 4783552"/>
              <a:gd name="connsiteY1-204" fmla="*/ 0 h 6943926"/>
              <a:gd name="connsiteX2-205" fmla="*/ 4628104 w 4783552"/>
              <a:gd name="connsiteY2-206" fmla="*/ 6935081 h 6943926"/>
              <a:gd name="connsiteX3-207" fmla="*/ 0 w 4783552"/>
              <a:gd name="connsiteY3-208" fmla="*/ 6943926 h 6943926"/>
              <a:gd name="connsiteX4-209" fmla="*/ 1488440 w 4783552"/>
              <a:gd name="connsiteY4-210" fmla="*/ 8994 h 6943926"/>
              <a:gd name="connsiteX0-211" fmla="*/ 1488440 w 4725075"/>
              <a:gd name="connsiteY0-212" fmla="*/ 8994 h 6943926"/>
              <a:gd name="connsiteX1-213" fmla="*/ 4725075 w 4725075"/>
              <a:gd name="connsiteY1-214" fmla="*/ 0 h 6943926"/>
              <a:gd name="connsiteX2-215" fmla="*/ 4628104 w 4725075"/>
              <a:gd name="connsiteY2-216" fmla="*/ 6935081 h 6943926"/>
              <a:gd name="connsiteX3-217" fmla="*/ 0 w 4725075"/>
              <a:gd name="connsiteY3-218" fmla="*/ 6943926 h 6943926"/>
              <a:gd name="connsiteX4-219" fmla="*/ 1488440 w 4725075"/>
              <a:gd name="connsiteY4-220" fmla="*/ 8994 h 6943926"/>
              <a:gd name="connsiteX0-221" fmla="*/ 1488440 w 4725075"/>
              <a:gd name="connsiteY0-222" fmla="*/ 8994 h 6943926"/>
              <a:gd name="connsiteX1-223" fmla="*/ 4725075 w 4725075"/>
              <a:gd name="connsiteY1-224" fmla="*/ 0 h 6943926"/>
              <a:gd name="connsiteX2-225" fmla="*/ 4628104 w 4725075"/>
              <a:gd name="connsiteY2-226" fmla="*/ 6935081 h 6943926"/>
              <a:gd name="connsiteX3-227" fmla="*/ 0 w 4725075"/>
              <a:gd name="connsiteY3-228" fmla="*/ 6943926 h 6943926"/>
              <a:gd name="connsiteX4-229" fmla="*/ 1488440 w 4725075"/>
              <a:gd name="connsiteY4-230" fmla="*/ 8994 h 6943926"/>
              <a:gd name="connsiteX0-231" fmla="*/ 1488440 w 4691659"/>
              <a:gd name="connsiteY0-232" fmla="*/ 0 h 6934932"/>
              <a:gd name="connsiteX1-233" fmla="*/ 4691659 w 4691659"/>
              <a:gd name="connsiteY1-234" fmla="*/ 1 h 6934932"/>
              <a:gd name="connsiteX2-235" fmla="*/ 4628104 w 4691659"/>
              <a:gd name="connsiteY2-236" fmla="*/ 6926087 h 6934932"/>
              <a:gd name="connsiteX3-237" fmla="*/ 0 w 4691659"/>
              <a:gd name="connsiteY3-238" fmla="*/ 6934932 h 6934932"/>
              <a:gd name="connsiteX4-239" fmla="*/ 1488440 w 4691659"/>
              <a:gd name="connsiteY4-240" fmla="*/ 0 h 6934932"/>
              <a:gd name="connsiteX0-241" fmla="*/ 1488440 w 4691659"/>
              <a:gd name="connsiteY0-242" fmla="*/ 0 h 6944244"/>
              <a:gd name="connsiteX1-243" fmla="*/ 4691659 w 4691659"/>
              <a:gd name="connsiteY1-244" fmla="*/ 1 h 6944244"/>
              <a:gd name="connsiteX2-245" fmla="*/ 4655151 w 4691659"/>
              <a:gd name="connsiteY2-246" fmla="*/ 6944244 h 6944244"/>
              <a:gd name="connsiteX3-247" fmla="*/ 0 w 4691659"/>
              <a:gd name="connsiteY3-248" fmla="*/ 6934932 h 6944244"/>
              <a:gd name="connsiteX4-249" fmla="*/ 1488440 w 4691659"/>
              <a:gd name="connsiteY4-250" fmla="*/ 0 h 6944244"/>
              <a:gd name="connsiteX0-251" fmla="*/ 1488440 w 4691659"/>
              <a:gd name="connsiteY0-252" fmla="*/ 0 h 6944244"/>
              <a:gd name="connsiteX1-253" fmla="*/ 4691659 w 4691659"/>
              <a:gd name="connsiteY1-254" fmla="*/ 1 h 6944244"/>
              <a:gd name="connsiteX2-255" fmla="*/ 4691213 w 4691659"/>
              <a:gd name="connsiteY2-256" fmla="*/ 6944244 h 6944244"/>
              <a:gd name="connsiteX3-257" fmla="*/ 0 w 4691659"/>
              <a:gd name="connsiteY3-258" fmla="*/ 6934932 h 6944244"/>
              <a:gd name="connsiteX4-259" fmla="*/ 1488440 w 4691659"/>
              <a:gd name="connsiteY4-260" fmla="*/ 0 h 6944244"/>
              <a:gd name="connsiteX0-261" fmla="*/ 1488440 w 4691659"/>
              <a:gd name="connsiteY0-262" fmla="*/ 0 h 6944244"/>
              <a:gd name="connsiteX1-263" fmla="*/ 4691659 w 4691659"/>
              <a:gd name="connsiteY1-264" fmla="*/ 1 h 6944244"/>
              <a:gd name="connsiteX2-265" fmla="*/ 4691213 w 4691659"/>
              <a:gd name="connsiteY2-266" fmla="*/ 6944244 h 6944244"/>
              <a:gd name="connsiteX3-267" fmla="*/ 0 w 4691659"/>
              <a:gd name="connsiteY3-268" fmla="*/ 6934932 h 6944244"/>
              <a:gd name="connsiteX4-269" fmla="*/ 1488440 w 4691659"/>
              <a:gd name="connsiteY4-270" fmla="*/ 0 h 6944244"/>
              <a:gd name="connsiteX0-271" fmla="*/ 1488440 w 4691659"/>
              <a:gd name="connsiteY0-272" fmla="*/ 0 h 6962401"/>
              <a:gd name="connsiteX1-273" fmla="*/ 4691659 w 4691659"/>
              <a:gd name="connsiteY1-274" fmla="*/ 1 h 6962401"/>
              <a:gd name="connsiteX2-275" fmla="*/ 4682198 w 4691659"/>
              <a:gd name="connsiteY2-276" fmla="*/ 6962401 h 6962401"/>
              <a:gd name="connsiteX3-277" fmla="*/ 0 w 4691659"/>
              <a:gd name="connsiteY3-278" fmla="*/ 6934932 h 6962401"/>
              <a:gd name="connsiteX4-279" fmla="*/ 1488440 w 4691659"/>
              <a:gd name="connsiteY4-280" fmla="*/ 0 h 6962401"/>
              <a:gd name="connsiteX0-281" fmla="*/ 1488440 w 4691659"/>
              <a:gd name="connsiteY0-282" fmla="*/ 0 h 6944244"/>
              <a:gd name="connsiteX1-283" fmla="*/ 4691659 w 4691659"/>
              <a:gd name="connsiteY1-284" fmla="*/ 1 h 6944244"/>
              <a:gd name="connsiteX2-285" fmla="*/ 4682199 w 4691659"/>
              <a:gd name="connsiteY2-286" fmla="*/ 6944244 h 6944244"/>
              <a:gd name="connsiteX3-287" fmla="*/ 0 w 4691659"/>
              <a:gd name="connsiteY3-288" fmla="*/ 6934932 h 6944244"/>
              <a:gd name="connsiteX4-289" fmla="*/ 1488440 w 4691659"/>
              <a:gd name="connsiteY4-290" fmla="*/ 0 h 6944244"/>
              <a:gd name="connsiteX0-291" fmla="*/ 1488440 w 4691659"/>
              <a:gd name="connsiteY0-292" fmla="*/ 0 h 6944244"/>
              <a:gd name="connsiteX1-293" fmla="*/ 4691659 w 4691659"/>
              <a:gd name="connsiteY1-294" fmla="*/ 1 h 6944244"/>
              <a:gd name="connsiteX2-295" fmla="*/ 4682199 w 4691659"/>
              <a:gd name="connsiteY2-296" fmla="*/ 6944244 h 6944244"/>
              <a:gd name="connsiteX3-297" fmla="*/ 0 w 4691659"/>
              <a:gd name="connsiteY3-298" fmla="*/ 6944011 h 6944244"/>
              <a:gd name="connsiteX4-299" fmla="*/ 1488440 w 4691659"/>
              <a:gd name="connsiteY4-300" fmla="*/ 0 h 6944244"/>
              <a:gd name="connsiteX0-301" fmla="*/ 1624140 w 4827359"/>
              <a:gd name="connsiteY0-302" fmla="*/ 0 h 6944244"/>
              <a:gd name="connsiteX1-303" fmla="*/ 4827359 w 4827359"/>
              <a:gd name="connsiteY1-304" fmla="*/ 1 h 6944244"/>
              <a:gd name="connsiteX2-305" fmla="*/ 4817899 w 4827359"/>
              <a:gd name="connsiteY2-306" fmla="*/ 6944244 h 6944244"/>
              <a:gd name="connsiteX3-307" fmla="*/ 0 w 4827359"/>
              <a:gd name="connsiteY3-308" fmla="*/ 6935016 h 6944244"/>
              <a:gd name="connsiteX4-309" fmla="*/ 1624140 w 4827359"/>
              <a:gd name="connsiteY4-310" fmla="*/ 0 h 69442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27359" h="6944244">
                <a:moveTo>
                  <a:pt x="1624140" y="0"/>
                </a:moveTo>
                <a:lnTo>
                  <a:pt x="4827359" y="1"/>
                </a:lnTo>
                <a:cubicBezTo>
                  <a:pt x="4827210" y="2314749"/>
                  <a:pt x="4818048" y="4629496"/>
                  <a:pt x="4817899" y="6944244"/>
                </a:cubicBezTo>
                <a:lnTo>
                  <a:pt x="0" y="6935016"/>
                </a:lnTo>
                <a:lnTo>
                  <a:pt x="1624140" y="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4316" t="-23926" r="-32615" b="-4252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3" name="Picture Placeholder 4"/>
          <p:cNvSpPr txBox="1"/>
          <p:nvPr userDrawn="1"/>
        </p:nvSpPr>
        <p:spPr>
          <a:xfrm>
            <a:off x="23081289" y="4"/>
            <a:ext cx="5806027" cy="2970706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-1" fmla="*/ 0 w 3900487"/>
              <a:gd name="connsiteY0-2" fmla="*/ 5143500 h 5149287"/>
              <a:gd name="connsiteX1-3" fmla="*/ 975122 w 3900487"/>
              <a:gd name="connsiteY1-4" fmla="*/ 0 h 5149287"/>
              <a:gd name="connsiteX2-5" fmla="*/ 3900487 w 3900487"/>
              <a:gd name="connsiteY2-6" fmla="*/ 0 h 5149287"/>
              <a:gd name="connsiteX3-7" fmla="*/ 3897639 w 3900487"/>
              <a:gd name="connsiteY3-8" fmla="*/ 5149287 h 5149287"/>
              <a:gd name="connsiteX4-9" fmla="*/ 0 w 3900487"/>
              <a:gd name="connsiteY4-10" fmla="*/ 5143500 h 5149287"/>
              <a:gd name="connsiteX0-11" fmla="*/ 0 w 3900487"/>
              <a:gd name="connsiteY0-12" fmla="*/ 5143500 h 5149287"/>
              <a:gd name="connsiteX1-13" fmla="*/ 1652241 w 3900487"/>
              <a:gd name="connsiteY1-14" fmla="*/ 11575 h 5149287"/>
              <a:gd name="connsiteX2-15" fmla="*/ 3900487 w 3900487"/>
              <a:gd name="connsiteY2-16" fmla="*/ 0 h 5149287"/>
              <a:gd name="connsiteX3-17" fmla="*/ 3897639 w 3900487"/>
              <a:gd name="connsiteY3-18" fmla="*/ 5149287 h 5149287"/>
              <a:gd name="connsiteX4-19" fmla="*/ 0 w 3900487"/>
              <a:gd name="connsiteY4-20" fmla="*/ 5143500 h 5149287"/>
              <a:gd name="connsiteX0-21" fmla="*/ 0 w 3425925"/>
              <a:gd name="connsiteY0-22" fmla="*/ 5143500 h 5149287"/>
              <a:gd name="connsiteX1-23" fmla="*/ 1177679 w 3425925"/>
              <a:gd name="connsiteY1-24" fmla="*/ 11575 h 5149287"/>
              <a:gd name="connsiteX2-25" fmla="*/ 3425925 w 3425925"/>
              <a:gd name="connsiteY2-26" fmla="*/ 0 h 5149287"/>
              <a:gd name="connsiteX3-27" fmla="*/ 3423077 w 3425925"/>
              <a:gd name="connsiteY3-28" fmla="*/ 5149287 h 5149287"/>
              <a:gd name="connsiteX4-29" fmla="*/ 0 w 3425925"/>
              <a:gd name="connsiteY4-30" fmla="*/ 5143500 h 5149287"/>
              <a:gd name="connsiteX0-31" fmla="*/ 0 w 3425925"/>
              <a:gd name="connsiteY0-32" fmla="*/ 5143500 h 5149287"/>
              <a:gd name="connsiteX1-33" fmla="*/ 1183466 w 3425925"/>
              <a:gd name="connsiteY1-34" fmla="*/ 1 h 5149287"/>
              <a:gd name="connsiteX2-35" fmla="*/ 3425925 w 3425925"/>
              <a:gd name="connsiteY2-36" fmla="*/ 0 h 5149287"/>
              <a:gd name="connsiteX3-37" fmla="*/ 3423077 w 3425925"/>
              <a:gd name="connsiteY3-38" fmla="*/ 5149287 h 5149287"/>
              <a:gd name="connsiteX4-39" fmla="*/ 0 w 3425925"/>
              <a:gd name="connsiteY4-40" fmla="*/ 5143500 h 5149287"/>
              <a:gd name="connsiteX0-41" fmla="*/ 0 w 3460649"/>
              <a:gd name="connsiteY0-42" fmla="*/ 5143500 h 5149287"/>
              <a:gd name="connsiteX1-43" fmla="*/ 1183466 w 3460649"/>
              <a:gd name="connsiteY1-44" fmla="*/ 1 h 5149287"/>
              <a:gd name="connsiteX2-45" fmla="*/ 3460649 w 3460649"/>
              <a:gd name="connsiteY2-46" fmla="*/ 0 h 5149287"/>
              <a:gd name="connsiteX3-47" fmla="*/ 3423077 w 3460649"/>
              <a:gd name="connsiteY3-48" fmla="*/ 5149287 h 5149287"/>
              <a:gd name="connsiteX4-49" fmla="*/ 0 w 3460649"/>
              <a:gd name="connsiteY4-50" fmla="*/ 5143500 h 5149287"/>
              <a:gd name="connsiteX0-51" fmla="*/ 0 w 3469436"/>
              <a:gd name="connsiteY0-52" fmla="*/ 5143500 h 5155075"/>
              <a:gd name="connsiteX1-53" fmla="*/ 1183466 w 3469436"/>
              <a:gd name="connsiteY1-54" fmla="*/ 1 h 5155075"/>
              <a:gd name="connsiteX2-55" fmla="*/ 3460649 w 3469436"/>
              <a:gd name="connsiteY2-56" fmla="*/ 0 h 5155075"/>
              <a:gd name="connsiteX3-57" fmla="*/ 3469376 w 3469436"/>
              <a:gd name="connsiteY3-58" fmla="*/ 5155075 h 5155075"/>
              <a:gd name="connsiteX4-59" fmla="*/ 0 w 3469436"/>
              <a:gd name="connsiteY4-60" fmla="*/ 5143500 h 5155075"/>
              <a:gd name="connsiteX0-61" fmla="*/ 0 w 3469477"/>
              <a:gd name="connsiteY0-62" fmla="*/ 5143499 h 5155074"/>
              <a:gd name="connsiteX1-63" fmla="*/ 1183466 w 3469477"/>
              <a:gd name="connsiteY1-64" fmla="*/ 0 h 5155074"/>
              <a:gd name="connsiteX2-65" fmla="*/ 3465221 w 3469477"/>
              <a:gd name="connsiteY2-66" fmla="*/ 4537 h 5155074"/>
              <a:gd name="connsiteX3-67" fmla="*/ 3469376 w 3469477"/>
              <a:gd name="connsiteY3-68" fmla="*/ 5155074 h 5155074"/>
              <a:gd name="connsiteX4-69" fmla="*/ 0 w 3469477"/>
              <a:gd name="connsiteY4-70" fmla="*/ 5143499 h 5155074"/>
              <a:gd name="connsiteX0-71" fmla="*/ 0 w 3469477"/>
              <a:gd name="connsiteY0-72" fmla="*/ 5134424 h 5155074"/>
              <a:gd name="connsiteX1-73" fmla="*/ 1183466 w 3469477"/>
              <a:gd name="connsiteY1-74" fmla="*/ 0 h 5155074"/>
              <a:gd name="connsiteX2-75" fmla="*/ 3465221 w 3469477"/>
              <a:gd name="connsiteY2-76" fmla="*/ 4537 h 5155074"/>
              <a:gd name="connsiteX3-77" fmla="*/ 3469376 w 3469477"/>
              <a:gd name="connsiteY3-78" fmla="*/ 5155074 h 5155074"/>
              <a:gd name="connsiteX4-79" fmla="*/ 0 w 3469477"/>
              <a:gd name="connsiteY4-80" fmla="*/ 5134424 h 5155074"/>
              <a:gd name="connsiteX0-81" fmla="*/ 0 w 3469478"/>
              <a:gd name="connsiteY0-82" fmla="*/ 5134424 h 5141461"/>
              <a:gd name="connsiteX1-83" fmla="*/ 1183466 w 3469478"/>
              <a:gd name="connsiteY1-84" fmla="*/ 0 h 5141461"/>
              <a:gd name="connsiteX2-85" fmla="*/ 3465221 w 3469478"/>
              <a:gd name="connsiteY2-86" fmla="*/ 4537 h 5141461"/>
              <a:gd name="connsiteX3-87" fmla="*/ 3469377 w 3469478"/>
              <a:gd name="connsiteY3-88" fmla="*/ 5141461 h 5141461"/>
              <a:gd name="connsiteX4-89" fmla="*/ 0 w 3469478"/>
              <a:gd name="connsiteY4-90" fmla="*/ 5134424 h 5141461"/>
              <a:gd name="connsiteX0-91" fmla="*/ 0 w 3474009"/>
              <a:gd name="connsiteY0-92" fmla="*/ 5134424 h 5134424"/>
              <a:gd name="connsiteX1-93" fmla="*/ 1183466 w 3474009"/>
              <a:gd name="connsiteY1-94" fmla="*/ 0 h 5134424"/>
              <a:gd name="connsiteX2-95" fmla="*/ 3465221 w 3474009"/>
              <a:gd name="connsiteY2-96" fmla="*/ 4537 h 5134424"/>
              <a:gd name="connsiteX3-97" fmla="*/ 3473949 w 3474009"/>
              <a:gd name="connsiteY3-98" fmla="*/ 5127848 h 5134424"/>
              <a:gd name="connsiteX4-99" fmla="*/ 0 w 3474009"/>
              <a:gd name="connsiteY4-100" fmla="*/ 5134424 h 5134424"/>
              <a:gd name="connsiteX0-101" fmla="*/ 0 w 3474009"/>
              <a:gd name="connsiteY0-102" fmla="*/ 5134424 h 5136924"/>
              <a:gd name="connsiteX1-103" fmla="*/ 1183466 w 3474009"/>
              <a:gd name="connsiteY1-104" fmla="*/ 0 h 5136924"/>
              <a:gd name="connsiteX2-105" fmla="*/ 3465221 w 3474009"/>
              <a:gd name="connsiteY2-106" fmla="*/ 4537 h 5136924"/>
              <a:gd name="connsiteX3-107" fmla="*/ 3473949 w 3474009"/>
              <a:gd name="connsiteY3-108" fmla="*/ 5136924 h 5136924"/>
              <a:gd name="connsiteX4-109" fmla="*/ 0 w 3474009"/>
              <a:gd name="connsiteY4-110" fmla="*/ 5134424 h 5136924"/>
              <a:gd name="connsiteX0-111" fmla="*/ 0 w 3474009"/>
              <a:gd name="connsiteY0-112" fmla="*/ 5134424 h 5134424"/>
              <a:gd name="connsiteX1-113" fmla="*/ 1183466 w 3474009"/>
              <a:gd name="connsiteY1-114" fmla="*/ 0 h 5134424"/>
              <a:gd name="connsiteX2-115" fmla="*/ 3465221 w 3474009"/>
              <a:gd name="connsiteY2-116" fmla="*/ 4537 h 5134424"/>
              <a:gd name="connsiteX3-117" fmla="*/ 3473949 w 3474009"/>
              <a:gd name="connsiteY3-118" fmla="*/ 5132386 h 5134424"/>
              <a:gd name="connsiteX4-119" fmla="*/ 0 w 3474009"/>
              <a:gd name="connsiteY4-120" fmla="*/ 5134424 h 5134424"/>
              <a:gd name="connsiteX0-121" fmla="*/ 0 w 3474050"/>
              <a:gd name="connsiteY0-122" fmla="*/ 5134424 h 5134424"/>
              <a:gd name="connsiteX1-123" fmla="*/ 1183466 w 3474050"/>
              <a:gd name="connsiteY1-124" fmla="*/ 0 h 5134424"/>
              <a:gd name="connsiteX2-125" fmla="*/ 3469793 w 3474050"/>
              <a:gd name="connsiteY2-126" fmla="*/ 4537 h 5134424"/>
              <a:gd name="connsiteX3-127" fmla="*/ 3473949 w 3474050"/>
              <a:gd name="connsiteY3-128" fmla="*/ 5132386 h 5134424"/>
              <a:gd name="connsiteX4-129" fmla="*/ 0 w 3474050"/>
              <a:gd name="connsiteY4-130" fmla="*/ 5134424 h 5134424"/>
              <a:gd name="connsiteX0-131" fmla="*/ 0 w 3474365"/>
              <a:gd name="connsiteY0-132" fmla="*/ 5134424 h 5134424"/>
              <a:gd name="connsiteX1-133" fmla="*/ 1183466 w 3474365"/>
              <a:gd name="connsiteY1-134" fmla="*/ 0 h 5134424"/>
              <a:gd name="connsiteX2-135" fmla="*/ 3474365 w 3474365"/>
              <a:gd name="connsiteY2-136" fmla="*/ 4537 h 5134424"/>
              <a:gd name="connsiteX3-137" fmla="*/ 3473949 w 3474365"/>
              <a:gd name="connsiteY3-138" fmla="*/ 5132386 h 5134424"/>
              <a:gd name="connsiteX4-139" fmla="*/ 0 w 3474365"/>
              <a:gd name="connsiteY4-140" fmla="*/ 5134424 h 5134424"/>
              <a:gd name="connsiteX0-141" fmla="*/ 0 w 3474050"/>
              <a:gd name="connsiteY0-142" fmla="*/ 5143500 h 5143500"/>
              <a:gd name="connsiteX1-143" fmla="*/ 1183466 w 3474050"/>
              <a:gd name="connsiteY1-144" fmla="*/ 9076 h 5143500"/>
              <a:gd name="connsiteX2-145" fmla="*/ 3469793 w 3474050"/>
              <a:gd name="connsiteY2-146" fmla="*/ 0 h 5143500"/>
              <a:gd name="connsiteX3-147" fmla="*/ 3473949 w 3474050"/>
              <a:gd name="connsiteY3-148" fmla="*/ 5141462 h 5143500"/>
              <a:gd name="connsiteX4-149" fmla="*/ 0 w 3474050"/>
              <a:gd name="connsiteY4-150" fmla="*/ 5143500 h 5143500"/>
              <a:gd name="connsiteX0-151" fmla="*/ 0 w 3474050"/>
              <a:gd name="connsiteY0-152" fmla="*/ 5134424 h 5134424"/>
              <a:gd name="connsiteX1-153" fmla="*/ 1183466 w 3474050"/>
              <a:gd name="connsiteY1-154" fmla="*/ 0 h 5134424"/>
              <a:gd name="connsiteX2-155" fmla="*/ 3469793 w 3474050"/>
              <a:gd name="connsiteY2-156" fmla="*/ 4537 h 5134424"/>
              <a:gd name="connsiteX3-157" fmla="*/ 3473949 w 3474050"/>
              <a:gd name="connsiteY3-158" fmla="*/ 5132386 h 5134424"/>
              <a:gd name="connsiteX4-159" fmla="*/ 0 w 3474050"/>
              <a:gd name="connsiteY4-160" fmla="*/ 5134424 h 5134424"/>
              <a:gd name="connsiteX0-161" fmla="*/ 0 w 3474050"/>
              <a:gd name="connsiteY0-162" fmla="*/ 5129925 h 5129925"/>
              <a:gd name="connsiteX1-163" fmla="*/ 525946 w 3474050"/>
              <a:gd name="connsiteY1-164" fmla="*/ 41805 h 5129925"/>
              <a:gd name="connsiteX2-165" fmla="*/ 3469793 w 3474050"/>
              <a:gd name="connsiteY2-166" fmla="*/ 38 h 5129925"/>
              <a:gd name="connsiteX3-167" fmla="*/ 3473949 w 3474050"/>
              <a:gd name="connsiteY3-168" fmla="*/ 5127887 h 5129925"/>
              <a:gd name="connsiteX4-169" fmla="*/ 0 w 3474050"/>
              <a:gd name="connsiteY4-170" fmla="*/ 5129925 h 5129925"/>
              <a:gd name="connsiteX0-171" fmla="*/ 0 w 3474050"/>
              <a:gd name="connsiteY0-172" fmla="*/ 5158298 h 5158298"/>
              <a:gd name="connsiteX1-173" fmla="*/ 354496 w 3474050"/>
              <a:gd name="connsiteY1-174" fmla="*/ 0 h 5158298"/>
              <a:gd name="connsiteX2-175" fmla="*/ 3469793 w 3474050"/>
              <a:gd name="connsiteY2-176" fmla="*/ 28411 h 5158298"/>
              <a:gd name="connsiteX3-177" fmla="*/ 3473949 w 3474050"/>
              <a:gd name="connsiteY3-178" fmla="*/ 5156260 h 5158298"/>
              <a:gd name="connsiteX4-179" fmla="*/ 0 w 3474050"/>
              <a:gd name="connsiteY4-180" fmla="*/ 5158298 h 5158298"/>
              <a:gd name="connsiteX0-181" fmla="*/ 0 w 3474050"/>
              <a:gd name="connsiteY0-182" fmla="*/ 5129888 h 5129888"/>
              <a:gd name="connsiteX1-183" fmla="*/ 333064 w 3474050"/>
              <a:gd name="connsiteY1-184" fmla="*/ 18375 h 5129888"/>
              <a:gd name="connsiteX2-185" fmla="*/ 3469793 w 3474050"/>
              <a:gd name="connsiteY2-186" fmla="*/ 1 h 5129888"/>
              <a:gd name="connsiteX3-187" fmla="*/ 3473949 w 3474050"/>
              <a:gd name="connsiteY3-188" fmla="*/ 5127850 h 5129888"/>
              <a:gd name="connsiteX4-189" fmla="*/ 0 w 3474050"/>
              <a:gd name="connsiteY4-190" fmla="*/ 5129888 h 5129888"/>
              <a:gd name="connsiteX0-191" fmla="*/ 0 w 3473997"/>
              <a:gd name="connsiteY0-192" fmla="*/ 5111513 h 5111513"/>
              <a:gd name="connsiteX1-193" fmla="*/ 333064 w 3473997"/>
              <a:gd name="connsiteY1-194" fmla="*/ 0 h 5111513"/>
              <a:gd name="connsiteX2-195" fmla="*/ 3462649 w 3473997"/>
              <a:gd name="connsiteY2-196" fmla="*/ 51803 h 5111513"/>
              <a:gd name="connsiteX3-197" fmla="*/ 3473949 w 3473997"/>
              <a:gd name="connsiteY3-198" fmla="*/ 5109475 h 5111513"/>
              <a:gd name="connsiteX4-199" fmla="*/ 0 w 3473997"/>
              <a:gd name="connsiteY4-200" fmla="*/ 5111513 h 5111513"/>
              <a:gd name="connsiteX0-201" fmla="*/ 0 w 3473997"/>
              <a:gd name="connsiteY0-202" fmla="*/ 5111513 h 5111513"/>
              <a:gd name="connsiteX1-203" fmla="*/ 254483 w 3473997"/>
              <a:gd name="connsiteY1-204" fmla="*/ 0 h 5111513"/>
              <a:gd name="connsiteX2-205" fmla="*/ 3462649 w 3473997"/>
              <a:gd name="connsiteY2-206" fmla="*/ 51803 h 5111513"/>
              <a:gd name="connsiteX3-207" fmla="*/ 3473949 w 3473997"/>
              <a:gd name="connsiteY3-208" fmla="*/ 5109475 h 5111513"/>
              <a:gd name="connsiteX4-209" fmla="*/ 0 w 3473997"/>
              <a:gd name="connsiteY4-210" fmla="*/ 5111513 h 5111513"/>
              <a:gd name="connsiteX0-211" fmla="*/ 0 w 3459709"/>
              <a:gd name="connsiteY0-212" fmla="*/ 3918200 h 5109475"/>
              <a:gd name="connsiteX1-213" fmla="*/ 240195 w 3459709"/>
              <a:gd name="connsiteY1-214" fmla="*/ 0 h 5109475"/>
              <a:gd name="connsiteX2-215" fmla="*/ 3448361 w 3459709"/>
              <a:gd name="connsiteY2-216" fmla="*/ 51803 h 5109475"/>
              <a:gd name="connsiteX3-217" fmla="*/ 3459661 w 3459709"/>
              <a:gd name="connsiteY3-218" fmla="*/ 5109475 h 5109475"/>
              <a:gd name="connsiteX4-219" fmla="*/ 0 w 3459709"/>
              <a:gd name="connsiteY4-220" fmla="*/ 3918200 h 5109475"/>
              <a:gd name="connsiteX0-221" fmla="*/ 0 w 3459709"/>
              <a:gd name="connsiteY0-222" fmla="*/ 3918200 h 3995716"/>
              <a:gd name="connsiteX1-223" fmla="*/ 240195 w 3459709"/>
              <a:gd name="connsiteY1-224" fmla="*/ 0 h 3995716"/>
              <a:gd name="connsiteX2-225" fmla="*/ 3448361 w 3459709"/>
              <a:gd name="connsiteY2-226" fmla="*/ 51803 h 3995716"/>
              <a:gd name="connsiteX3-227" fmla="*/ 3459661 w 3459709"/>
              <a:gd name="connsiteY3-228" fmla="*/ 3995716 h 3995716"/>
              <a:gd name="connsiteX4-229" fmla="*/ 0 w 3459709"/>
              <a:gd name="connsiteY4-230" fmla="*/ 3918200 h 3995716"/>
              <a:gd name="connsiteX0-231" fmla="*/ 0 w 3470425"/>
              <a:gd name="connsiteY0-232" fmla="*/ 3944718 h 3995716"/>
              <a:gd name="connsiteX1-233" fmla="*/ 250911 w 3470425"/>
              <a:gd name="connsiteY1-234" fmla="*/ 0 h 3995716"/>
              <a:gd name="connsiteX2-235" fmla="*/ 3459077 w 3470425"/>
              <a:gd name="connsiteY2-236" fmla="*/ 51803 h 3995716"/>
              <a:gd name="connsiteX3-237" fmla="*/ 3470377 w 3470425"/>
              <a:gd name="connsiteY3-238" fmla="*/ 3995716 h 3995716"/>
              <a:gd name="connsiteX4-239" fmla="*/ 0 w 3470425"/>
              <a:gd name="connsiteY4-240" fmla="*/ 3944718 h 3995716"/>
              <a:gd name="connsiteX0-241" fmla="*/ 0 w 3470425"/>
              <a:gd name="connsiteY0-242" fmla="*/ 3918200 h 3969198"/>
              <a:gd name="connsiteX1-243" fmla="*/ 241982 w 3470425"/>
              <a:gd name="connsiteY1-244" fmla="*/ 0 h 3969198"/>
              <a:gd name="connsiteX2-245" fmla="*/ 3459077 w 3470425"/>
              <a:gd name="connsiteY2-246" fmla="*/ 25285 h 3969198"/>
              <a:gd name="connsiteX3-247" fmla="*/ 3470377 w 3470425"/>
              <a:gd name="connsiteY3-248" fmla="*/ 3969198 h 3969198"/>
              <a:gd name="connsiteX4-249" fmla="*/ 0 w 3470425"/>
              <a:gd name="connsiteY4-250" fmla="*/ 3918200 h 3969198"/>
              <a:gd name="connsiteX0-251" fmla="*/ 0 w 3472206"/>
              <a:gd name="connsiteY0-252" fmla="*/ 3918200 h 3949309"/>
              <a:gd name="connsiteX1-253" fmla="*/ 241982 w 3472206"/>
              <a:gd name="connsiteY1-254" fmla="*/ 0 h 3949309"/>
              <a:gd name="connsiteX2-255" fmla="*/ 3459077 w 3472206"/>
              <a:gd name="connsiteY2-256" fmla="*/ 25285 h 3949309"/>
              <a:gd name="connsiteX3-257" fmla="*/ 3472163 w 3472206"/>
              <a:gd name="connsiteY3-258" fmla="*/ 3949309 h 3949309"/>
              <a:gd name="connsiteX4-259" fmla="*/ 0 w 3472206"/>
              <a:gd name="connsiteY4-260" fmla="*/ 3918200 h 3949309"/>
              <a:gd name="connsiteX0-261" fmla="*/ 0 w 3459077"/>
              <a:gd name="connsiteY0-262" fmla="*/ 3918200 h 3929420"/>
              <a:gd name="connsiteX1-263" fmla="*/ 241982 w 3459077"/>
              <a:gd name="connsiteY1-264" fmla="*/ 0 h 3929420"/>
              <a:gd name="connsiteX2-265" fmla="*/ 3459077 w 3459077"/>
              <a:gd name="connsiteY2-266" fmla="*/ 25285 h 3929420"/>
              <a:gd name="connsiteX3-267" fmla="*/ 3456089 w 3459077"/>
              <a:gd name="connsiteY3-268" fmla="*/ 3929420 h 3929420"/>
              <a:gd name="connsiteX4-269" fmla="*/ 0 w 3459077"/>
              <a:gd name="connsiteY4-270" fmla="*/ 3918200 h 3929420"/>
              <a:gd name="connsiteX0-271" fmla="*/ 0 w 3459077"/>
              <a:gd name="connsiteY0-272" fmla="*/ 3918200 h 3918200"/>
              <a:gd name="connsiteX1-273" fmla="*/ 241982 w 3459077"/>
              <a:gd name="connsiteY1-274" fmla="*/ 0 h 3918200"/>
              <a:gd name="connsiteX2-275" fmla="*/ 3459077 w 3459077"/>
              <a:gd name="connsiteY2-276" fmla="*/ 25285 h 3918200"/>
              <a:gd name="connsiteX3-277" fmla="*/ 3456089 w 3459077"/>
              <a:gd name="connsiteY3-278" fmla="*/ 3909531 h 3918200"/>
              <a:gd name="connsiteX4-279" fmla="*/ 0 w 3459077"/>
              <a:gd name="connsiteY4-280" fmla="*/ 3918200 h 3918200"/>
              <a:gd name="connsiteX0-281" fmla="*/ 0 w 3456309"/>
              <a:gd name="connsiteY0-282" fmla="*/ 3918200 h 3918200"/>
              <a:gd name="connsiteX1-283" fmla="*/ 241982 w 3456309"/>
              <a:gd name="connsiteY1-284" fmla="*/ 0 h 3918200"/>
              <a:gd name="connsiteX2-285" fmla="*/ 3455505 w 3456309"/>
              <a:gd name="connsiteY2-286" fmla="*/ 18653 h 3918200"/>
              <a:gd name="connsiteX3-287" fmla="*/ 3456089 w 3456309"/>
              <a:gd name="connsiteY3-288" fmla="*/ 3909531 h 3918200"/>
              <a:gd name="connsiteX4-289" fmla="*/ 0 w 3456309"/>
              <a:gd name="connsiteY4-290" fmla="*/ 3918200 h 3918200"/>
              <a:gd name="connsiteX0-291" fmla="*/ 0 w 3456309"/>
              <a:gd name="connsiteY0-292" fmla="*/ 3918200 h 3918200"/>
              <a:gd name="connsiteX1-293" fmla="*/ 241982 w 3456309"/>
              <a:gd name="connsiteY1-294" fmla="*/ 0 h 3918200"/>
              <a:gd name="connsiteX2-295" fmla="*/ 3455505 w 3456309"/>
              <a:gd name="connsiteY2-296" fmla="*/ 18653 h 3918200"/>
              <a:gd name="connsiteX3-297" fmla="*/ 3456089 w 3456309"/>
              <a:gd name="connsiteY3-298" fmla="*/ 3909531 h 3918200"/>
              <a:gd name="connsiteX4-299" fmla="*/ 0 w 3456309"/>
              <a:gd name="connsiteY4-300" fmla="*/ 3918200 h 3918200"/>
              <a:gd name="connsiteX0-301" fmla="*/ 0 w 3456129"/>
              <a:gd name="connsiteY0-302" fmla="*/ 3918200 h 3918200"/>
              <a:gd name="connsiteX1-303" fmla="*/ 241982 w 3456129"/>
              <a:gd name="connsiteY1-304" fmla="*/ 0 h 3918200"/>
              <a:gd name="connsiteX2-305" fmla="*/ 3455505 w 3456129"/>
              <a:gd name="connsiteY2-306" fmla="*/ 18653 h 3918200"/>
              <a:gd name="connsiteX3-307" fmla="*/ 3456089 w 3456129"/>
              <a:gd name="connsiteY3-308" fmla="*/ 3909531 h 3918200"/>
              <a:gd name="connsiteX4-309" fmla="*/ 0 w 3456129"/>
              <a:gd name="connsiteY4-310" fmla="*/ 3918200 h 3918200"/>
              <a:gd name="connsiteX0-311" fmla="*/ 0 w 3456129"/>
              <a:gd name="connsiteY0-312" fmla="*/ 3918200 h 3918200"/>
              <a:gd name="connsiteX1-313" fmla="*/ 241982 w 3456129"/>
              <a:gd name="connsiteY1-314" fmla="*/ 0 h 3918200"/>
              <a:gd name="connsiteX2-315" fmla="*/ 3455505 w 3456129"/>
              <a:gd name="connsiteY2-316" fmla="*/ 18653 h 3918200"/>
              <a:gd name="connsiteX3-317" fmla="*/ 3456089 w 3456129"/>
              <a:gd name="connsiteY3-318" fmla="*/ 3909531 h 3918200"/>
              <a:gd name="connsiteX4-319" fmla="*/ 0 w 3456129"/>
              <a:gd name="connsiteY4-320" fmla="*/ 3918200 h 3918200"/>
              <a:gd name="connsiteX0-321" fmla="*/ 0 w 3456089"/>
              <a:gd name="connsiteY0-322" fmla="*/ 3918200 h 3918200"/>
              <a:gd name="connsiteX1-323" fmla="*/ 241982 w 3456089"/>
              <a:gd name="connsiteY1-324" fmla="*/ 0 h 3918200"/>
              <a:gd name="connsiteX2-325" fmla="*/ 2323935 w 3456089"/>
              <a:gd name="connsiteY2-326" fmla="*/ 44110 h 3918200"/>
              <a:gd name="connsiteX3-327" fmla="*/ 3456089 w 3456089"/>
              <a:gd name="connsiteY3-328" fmla="*/ 3909531 h 3918200"/>
              <a:gd name="connsiteX4-329" fmla="*/ 0 w 3456089"/>
              <a:gd name="connsiteY4-330" fmla="*/ 3918200 h 3918200"/>
              <a:gd name="connsiteX0-331" fmla="*/ 0 w 3456089"/>
              <a:gd name="connsiteY0-332" fmla="*/ 3918200 h 3918200"/>
              <a:gd name="connsiteX1-333" fmla="*/ 241982 w 3456089"/>
              <a:gd name="connsiteY1-334" fmla="*/ 0 h 3918200"/>
              <a:gd name="connsiteX2-335" fmla="*/ 2323935 w 3456089"/>
              <a:gd name="connsiteY2-336" fmla="*/ 18653 h 3918200"/>
              <a:gd name="connsiteX3-337" fmla="*/ 3456089 w 3456089"/>
              <a:gd name="connsiteY3-338" fmla="*/ 3909531 h 3918200"/>
              <a:gd name="connsiteX4-339" fmla="*/ 0 w 3456089"/>
              <a:gd name="connsiteY4-340" fmla="*/ 3918200 h 3918200"/>
              <a:gd name="connsiteX0-341" fmla="*/ 0 w 2324559"/>
              <a:gd name="connsiteY0-342" fmla="*/ 3918200 h 3918200"/>
              <a:gd name="connsiteX1-343" fmla="*/ 241982 w 2324559"/>
              <a:gd name="connsiteY1-344" fmla="*/ 0 h 3918200"/>
              <a:gd name="connsiteX2-345" fmla="*/ 2323935 w 2324559"/>
              <a:gd name="connsiteY2-346" fmla="*/ 18653 h 3918200"/>
              <a:gd name="connsiteX3-347" fmla="*/ 2324519 w 2324559"/>
              <a:gd name="connsiteY3-348" fmla="*/ 3909530 h 3918200"/>
              <a:gd name="connsiteX4-349" fmla="*/ 0 w 2324559"/>
              <a:gd name="connsiteY4-350" fmla="*/ 3918200 h 3918200"/>
              <a:gd name="connsiteX0-351" fmla="*/ 0 w 2324559"/>
              <a:gd name="connsiteY0-352" fmla="*/ 3924506 h 3924506"/>
              <a:gd name="connsiteX1-353" fmla="*/ 241982 w 2324559"/>
              <a:gd name="connsiteY1-354" fmla="*/ 6306 h 3924506"/>
              <a:gd name="connsiteX2-355" fmla="*/ 2323935 w 2324559"/>
              <a:gd name="connsiteY2-356" fmla="*/ 0 h 3924506"/>
              <a:gd name="connsiteX3-357" fmla="*/ 2324519 w 2324559"/>
              <a:gd name="connsiteY3-358" fmla="*/ 3915836 h 3924506"/>
              <a:gd name="connsiteX4-359" fmla="*/ 0 w 2324559"/>
              <a:gd name="connsiteY4-360" fmla="*/ 3924506 h 39245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24559" h="3924506">
                <a:moveTo>
                  <a:pt x="0" y="3924506"/>
                </a:moveTo>
                <a:lnTo>
                  <a:pt x="241982" y="6306"/>
                </a:lnTo>
                <a:lnTo>
                  <a:pt x="2323935" y="0"/>
                </a:lnTo>
                <a:cubicBezTo>
                  <a:pt x="2309270" y="36246"/>
                  <a:pt x="2325468" y="2199407"/>
                  <a:pt x="2324519" y="3915836"/>
                </a:cubicBezTo>
                <a:lnTo>
                  <a:pt x="0" y="3924506"/>
                </a:lnTo>
                <a:close/>
              </a:path>
            </a:pathLst>
          </a:custGeom>
          <a:solidFill>
            <a:srgbClr val="E0249A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100"/>
              <a:t>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665355" y="20024764"/>
            <a:ext cx="1471897" cy="1020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/>
                </a:solidFill>
              </a:defRPr>
            </a:lvl1pPr>
          </a:lstStyle>
          <a:p>
            <a:fld id="{C92FB25D-48C0-4A07-9841-B8FCE8592C0D}" type="slidenum">
              <a:rPr lang="en-GB" smtClean="0"/>
              <a:t>‹#›</a:t>
            </a:fld>
            <a:endParaRPr lang="en-GB"/>
          </a:p>
        </p:txBody>
      </p:sp>
      <p:pic>
        <p:nvPicPr>
          <p:cNvPr id="3" name="Picture 2" descr="A black and white logo&#10;&#10;Description automatically generated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067" y="-539503"/>
            <a:ext cx="5606510" cy="436753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149976"/>
            <a:ext cx="31049774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5749874"/>
            <a:ext cx="31049774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0019561"/>
            <a:ext cx="1214991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6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51" r:id="rId13"/>
    <p:sldLayoutId id="2147483654" r:id="rId14"/>
  </p:sldLayoutIdLst>
  <p:hf hdr="0" dt="0"/>
  <p:txStyles>
    <p:titleStyle>
      <a:lvl1pPr algn="l" defTabSz="2699949" rtl="0" eaLnBrk="1" latinLnBrk="0" hangingPunct="1">
        <a:lnSpc>
          <a:spcPct val="90000"/>
        </a:lnSpc>
        <a:spcBef>
          <a:spcPct val="0"/>
        </a:spcBef>
        <a:buNone/>
        <a:defRPr sz="1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4987" indent="-674987" algn="l" defTabSz="2699949" rtl="0" eaLnBrk="1" latinLnBrk="0" hangingPunct="1">
        <a:lnSpc>
          <a:spcPct val="90000"/>
        </a:lnSpc>
        <a:spcBef>
          <a:spcPts val="2953"/>
        </a:spcBef>
        <a:buFont typeface="Arial" panose="020B0604020202020204" pitchFamily="34" charset="0"/>
        <a:buChar char="•"/>
        <a:defRPr sz="8268" kern="1200">
          <a:solidFill>
            <a:schemeClr val="tx1"/>
          </a:solidFill>
          <a:latin typeface="+mn-lt"/>
          <a:ea typeface="+mn-ea"/>
          <a:cs typeface="+mn-cs"/>
        </a:defRPr>
      </a:lvl1pPr>
      <a:lvl2pPr marL="2024962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2pPr>
      <a:lvl3pPr marL="3374936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3pPr>
      <a:lvl4pPr marL="4724911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6074885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7424859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774834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10124808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1474783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1pPr>
      <a:lvl2pPr marL="1349974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2pPr>
      <a:lvl3pPr marL="2699949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049923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5399898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6749872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099847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9449821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0799796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4.png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image" Target="../media/image1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image" Target="../media/image11.png"/><Relationship Id="rId40" Type="http://schemas.openxmlformats.org/officeDocument/2006/relationships/image" Target="../media/image12.jpe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10.jpe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slideLayout" Target="../slideLayouts/slideLayout12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26" Type="http://schemas.openxmlformats.org/officeDocument/2006/relationships/tags" Target="../tags/tag60.xml"/><Relationship Id="rId39" Type="http://schemas.openxmlformats.org/officeDocument/2006/relationships/image" Target="../media/image8.png"/><Relationship Id="rId21" Type="http://schemas.openxmlformats.org/officeDocument/2006/relationships/tags" Target="../tags/tag55.xml"/><Relationship Id="rId34" Type="http://schemas.openxmlformats.org/officeDocument/2006/relationships/tags" Target="../tags/tag68.xml"/><Relationship Id="rId42" Type="http://schemas.openxmlformats.org/officeDocument/2006/relationships/image" Target="../media/image13.png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tags" Target="../tags/tag54.xml"/><Relationship Id="rId29" Type="http://schemas.openxmlformats.org/officeDocument/2006/relationships/tags" Target="../tags/tag63.xml"/><Relationship Id="rId41" Type="http://schemas.openxmlformats.org/officeDocument/2006/relationships/image" Target="../media/image12.jpe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tags" Target="../tags/tag58.xml"/><Relationship Id="rId32" Type="http://schemas.openxmlformats.org/officeDocument/2006/relationships/tags" Target="../tags/tag66.xml"/><Relationship Id="rId37" Type="http://schemas.openxmlformats.org/officeDocument/2006/relationships/slideLayout" Target="../slideLayouts/slideLayout12.xml"/><Relationship Id="rId40" Type="http://schemas.openxmlformats.org/officeDocument/2006/relationships/image" Target="../media/image4.png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tags" Target="../tags/tag57.xml"/><Relationship Id="rId28" Type="http://schemas.openxmlformats.org/officeDocument/2006/relationships/tags" Target="../tags/tag62.xml"/><Relationship Id="rId36" Type="http://schemas.openxmlformats.org/officeDocument/2006/relationships/tags" Target="../tags/tag70.xml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31" Type="http://schemas.openxmlformats.org/officeDocument/2006/relationships/tags" Target="../tags/tag65.xml"/><Relationship Id="rId44" Type="http://schemas.openxmlformats.org/officeDocument/2006/relationships/image" Target="../media/image14.jpe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tags" Target="../tags/tag56.xml"/><Relationship Id="rId27" Type="http://schemas.openxmlformats.org/officeDocument/2006/relationships/tags" Target="../tags/tag61.xml"/><Relationship Id="rId30" Type="http://schemas.openxmlformats.org/officeDocument/2006/relationships/tags" Target="../tags/tag64.xml"/><Relationship Id="rId35" Type="http://schemas.openxmlformats.org/officeDocument/2006/relationships/tags" Target="../tags/tag69.xml"/><Relationship Id="rId43" Type="http://schemas.openxmlformats.org/officeDocument/2006/relationships/image" Target="../media/image11.png"/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5" Type="http://schemas.openxmlformats.org/officeDocument/2006/relationships/tags" Target="../tags/tag59.xml"/><Relationship Id="rId33" Type="http://schemas.openxmlformats.org/officeDocument/2006/relationships/tags" Target="../tags/tag67.xml"/><Relationship Id="rId38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83.xml"/><Relationship Id="rId18" Type="http://schemas.openxmlformats.org/officeDocument/2006/relationships/tags" Target="../tags/tag88.xml"/><Relationship Id="rId26" Type="http://schemas.openxmlformats.org/officeDocument/2006/relationships/tags" Target="../tags/tag96.xml"/><Relationship Id="rId39" Type="http://schemas.openxmlformats.org/officeDocument/2006/relationships/tags" Target="../tags/tag109.xml"/><Relationship Id="rId21" Type="http://schemas.openxmlformats.org/officeDocument/2006/relationships/tags" Target="../tags/tag91.xml"/><Relationship Id="rId34" Type="http://schemas.openxmlformats.org/officeDocument/2006/relationships/tags" Target="../tags/tag104.xml"/><Relationship Id="rId42" Type="http://schemas.openxmlformats.org/officeDocument/2006/relationships/tags" Target="../tags/tag112.xml"/><Relationship Id="rId47" Type="http://schemas.microsoft.com/office/2007/relationships/hdphoto" Target="../media/hdphoto1.wdp"/><Relationship Id="rId50" Type="http://schemas.openxmlformats.org/officeDocument/2006/relationships/image" Target="../media/image20.png"/><Relationship Id="rId55" Type="http://schemas.openxmlformats.org/officeDocument/2006/relationships/image" Target="../media/image13.png"/><Relationship Id="rId63" Type="http://schemas.openxmlformats.org/officeDocument/2006/relationships/image" Target="../media/image9.png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6" Type="http://schemas.openxmlformats.org/officeDocument/2006/relationships/tags" Target="../tags/tag86.xml"/><Relationship Id="rId29" Type="http://schemas.openxmlformats.org/officeDocument/2006/relationships/tags" Target="../tags/tag99.xml"/><Relationship Id="rId11" Type="http://schemas.openxmlformats.org/officeDocument/2006/relationships/tags" Target="../tags/tag81.xml"/><Relationship Id="rId24" Type="http://schemas.openxmlformats.org/officeDocument/2006/relationships/tags" Target="../tags/tag94.xml"/><Relationship Id="rId32" Type="http://schemas.openxmlformats.org/officeDocument/2006/relationships/tags" Target="../tags/tag102.xml"/><Relationship Id="rId37" Type="http://schemas.openxmlformats.org/officeDocument/2006/relationships/tags" Target="../tags/tag107.xml"/><Relationship Id="rId40" Type="http://schemas.openxmlformats.org/officeDocument/2006/relationships/tags" Target="../tags/tag110.xml"/><Relationship Id="rId45" Type="http://schemas.openxmlformats.org/officeDocument/2006/relationships/image" Target="../media/image16.png"/><Relationship Id="rId53" Type="http://schemas.openxmlformats.org/officeDocument/2006/relationships/image" Target="../media/image6.png"/><Relationship Id="rId58" Type="http://schemas.openxmlformats.org/officeDocument/2006/relationships/image" Target="../media/image12.jpeg"/><Relationship Id="rId5" Type="http://schemas.openxmlformats.org/officeDocument/2006/relationships/tags" Target="../tags/tag75.xml"/><Relationship Id="rId61" Type="http://schemas.openxmlformats.org/officeDocument/2006/relationships/image" Target="../media/image22.png"/><Relationship Id="rId19" Type="http://schemas.openxmlformats.org/officeDocument/2006/relationships/tags" Target="../tags/tag89.xml"/><Relationship Id="rId14" Type="http://schemas.openxmlformats.org/officeDocument/2006/relationships/tags" Target="../tags/tag84.xml"/><Relationship Id="rId22" Type="http://schemas.openxmlformats.org/officeDocument/2006/relationships/tags" Target="../tags/tag92.xml"/><Relationship Id="rId27" Type="http://schemas.openxmlformats.org/officeDocument/2006/relationships/tags" Target="../tags/tag97.xml"/><Relationship Id="rId30" Type="http://schemas.openxmlformats.org/officeDocument/2006/relationships/tags" Target="../tags/tag100.xml"/><Relationship Id="rId35" Type="http://schemas.openxmlformats.org/officeDocument/2006/relationships/tags" Target="../tags/tag105.xml"/><Relationship Id="rId43" Type="http://schemas.openxmlformats.org/officeDocument/2006/relationships/slideLayout" Target="../slideLayouts/slideLayout12.xml"/><Relationship Id="rId48" Type="http://schemas.openxmlformats.org/officeDocument/2006/relationships/image" Target="../media/image18.png"/><Relationship Id="rId56" Type="http://schemas.openxmlformats.org/officeDocument/2006/relationships/image" Target="../media/image8.png"/><Relationship Id="rId64" Type="http://schemas.openxmlformats.org/officeDocument/2006/relationships/image" Target="../media/image24.jpeg"/><Relationship Id="rId8" Type="http://schemas.openxmlformats.org/officeDocument/2006/relationships/tags" Target="../tags/tag78.xml"/><Relationship Id="rId51" Type="http://schemas.openxmlformats.org/officeDocument/2006/relationships/image" Target="../media/image21.png"/><Relationship Id="rId3" Type="http://schemas.openxmlformats.org/officeDocument/2006/relationships/tags" Target="../tags/tag73.xml"/><Relationship Id="rId12" Type="http://schemas.openxmlformats.org/officeDocument/2006/relationships/tags" Target="../tags/tag82.xml"/><Relationship Id="rId17" Type="http://schemas.openxmlformats.org/officeDocument/2006/relationships/tags" Target="../tags/tag87.xml"/><Relationship Id="rId25" Type="http://schemas.openxmlformats.org/officeDocument/2006/relationships/tags" Target="../tags/tag95.xml"/><Relationship Id="rId33" Type="http://schemas.openxmlformats.org/officeDocument/2006/relationships/tags" Target="../tags/tag103.xml"/><Relationship Id="rId38" Type="http://schemas.openxmlformats.org/officeDocument/2006/relationships/tags" Target="../tags/tag108.xml"/><Relationship Id="rId46" Type="http://schemas.openxmlformats.org/officeDocument/2006/relationships/image" Target="../media/image17.png"/><Relationship Id="rId59" Type="http://schemas.openxmlformats.org/officeDocument/2006/relationships/image" Target="../media/image11.png"/><Relationship Id="rId20" Type="http://schemas.openxmlformats.org/officeDocument/2006/relationships/tags" Target="../tags/tag90.xml"/><Relationship Id="rId41" Type="http://schemas.openxmlformats.org/officeDocument/2006/relationships/tags" Target="../tags/tag111.xml"/><Relationship Id="rId54" Type="http://schemas.openxmlformats.org/officeDocument/2006/relationships/image" Target="../media/image7.png"/><Relationship Id="rId62" Type="http://schemas.openxmlformats.org/officeDocument/2006/relationships/image" Target="../media/image23.png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5" Type="http://schemas.openxmlformats.org/officeDocument/2006/relationships/tags" Target="../tags/tag85.xml"/><Relationship Id="rId23" Type="http://schemas.openxmlformats.org/officeDocument/2006/relationships/tags" Target="../tags/tag93.xml"/><Relationship Id="rId28" Type="http://schemas.openxmlformats.org/officeDocument/2006/relationships/tags" Target="../tags/tag98.xml"/><Relationship Id="rId36" Type="http://schemas.openxmlformats.org/officeDocument/2006/relationships/tags" Target="../tags/tag106.xml"/><Relationship Id="rId49" Type="http://schemas.openxmlformats.org/officeDocument/2006/relationships/image" Target="../media/image19.svg"/><Relationship Id="rId57" Type="http://schemas.openxmlformats.org/officeDocument/2006/relationships/image" Target="../media/image4.png"/><Relationship Id="rId10" Type="http://schemas.openxmlformats.org/officeDocument/2006/relationships/tags" Target="../tags/tag80.xml"/><Relationship Id="rId31" Type="http://schemas.openxmlformats.org/officeDocument/2006/relationships/tags" Target="../tags/tag101.xml"/><Relationship Id="rId44" Type="http://schemas.openxmlformats.org/officeDocument/2006/relationships/image" Target="../media/image15.png"/><Relationship Id="rId52" Type="http://schemas.microsoft.com/office/2007/relationships/hdphoto" Target="../media/hdphoto2.wdp"/><Relationship Id="rId60" Type="http://schemas.openxmlformats.org/officeDocument/2006/relationships/image" Target="../media/image14.jpeg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138.xml"/><Relationship Id="rId21" Type="http://schemas.openxmlformats.org/officeDocument/2006/relationships/tags" Target="../tags/tag133.xml"/><Relationship Id="rId34" Type="http://schemas.openxmlformats.org/officeDocument/2006/relationships/tags" Target="../tags/tag146.xml"/><Relationship Id="rId42" Type="http://schemas.openxmlformats.org/officeDocument/2006/relationships/image" Target="../media/image9.png"/><Relationship Id="rId47" Type="http://schemas.openxmlformats.org/officeDocument/2006/relationships/image" Target="../media/image25.png"/><Relationship Id="rId50" Type="http://schemas.openxmlformats.org/officeDocument/2006/relationships/image" Target="../media/image21.png"/><Relationship Id="rId55" Type="http://schemas.openxmlformats.org/officeDocument/2006/relationships/image" Target="../media/image8.png"/><Relationship Id="rId63" Type="http://schemas.openxmlformats.org/officeDocument/2006/relationships/image" Target="../media/image27.png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9" Type="http://schemas.openxmlformats.org/officeDocument/2006/relationships/tags" Target="../tags/tag141.xml"/><Relationship Id="rId11" Type="http://schemas.openxmlformats.org/officeDocument/2006/relationships/tags" Target="../tags/tag123.xml"/><Relationship Id="rId24" Type="http://schemas.openxmlformats.org/officeDocument/2006/relationships/tags" Target="../tags/tag136.xml"/><Relationship Id="rId32" Type="http://schemas.openxmlformats.org/officeDocument/2006/relationships/tags" Target="../tags/tag144.xml"/><Relationship Id="rId37" Type="http://schemas.openxmlformats.org/officeDocument/2006/relationships/tags" Target="../tags/tag149.xml"/><Relationship Id="rId40" Type="http://schemas.openxmlformats.org/officeDocument/2006/relationships/tags" Target="../tags/tag152.xml"/><Relationship Id="rId45" Type="http://schemas.openxmlformats.org/officeDocument/2006/relationships/image" Target="../media/image17.png"/><Relationship Id="rId53" Type="http://schemas.openxmlformats.org/officeDocument/2006/relationships/image" Target="../media/image7.png"/><Relationship Id="rId58" Type="http://schemas.openxmlformats.org/officeDocument/2006/relationships/image" Target="../media/image11.png"/><Relationship Id="rId5" Type="http://schemas.openxmlformats.org/officeDocument/2006/relationships/tags" Target="../tags/tag117.xml"/><Relationship Id="rId61" Type="http://schemas.openxmlformats.org/officeDocument/2006/relationships/image" Target="../media/image24.jpeg"/><Relationship Id="rId19" Type="http://schemas.openxmlformats.org/officeDocument/2006/relationships/tags" Target="../tags/tag131.xml"/><Relationship Id="rId14" Type="http://schemas.openxmlformats.org/officeDocument/2006/relationships/tags" Target="../tags/tag126.xml"/><Relationship Id="rId22" Type="http://schemas.openxmlformats.org/officeDocument/2006/relationships/tags" Target="../tags/tag134.xml"/><Relationship Id="rId27" Type="http://schemas.openxmlformats.org/officeDocument/2006/relationships/tags" Target="../tags/tag139.xml"/><Relationship Id="rId30" Type="http://schemas.openxmlformats.org/officeDocument/2006/relationships/tags" Target="../tags/tag142.xml"/><Relationship Id="rId35" Type="http://schemas.openxmlformats.org/officeDocument/2006/relationships/tags" Target="../tags/tag147.xml"/><Relationship Id="rId43" Type="http://schemas.openxmlformats.org/officeDocument/2006/relationships/image" Target="../media/image15.png"/><Relationship Id="rId48" Type="http://schemas.openxmlformats.org/officeDocument/2006/relationships/image" Target="../media/image26.svg"/><Relationship Id="rId56" Type="http://schemas.openxmlformats.org/officeDocument/2006/relationships/image" Target="../media/image4.png"/><Relationship Id="rId64" Type="http://schemas.microsoft.com/office/2007/relationships/hdphoto" Target="../media/hdphoto3.wdp"/><Relationship Id="rId8" Type="http://schemas.openxmlformats.org/officeDocument/2006/relationships/tags" Target="../tags/tag120.xml"/><Relationship Id="rId51" Type="http://schemas.microsoft.com/office/2007/relationships/hdphoto" Target="../media/hdphoto2.wdp"/><Relationship Id="rId3" Type="http://schemas.openxmlformats.org/officeDocument/2006/relationships/tags" Target="../tags/tag115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5" Type="http://schemas.openxmlformats.org/officeDocument/2006/relationships/tags" Target="../tags/tag137.xml"/><Relationship Id="rId33" Type="http://schemas.openxmlformats.org/officeDocument/2006/relationships/tags" Target="../tags/tag145.xml"/><Relationship Id="rId38" Type="http://schemas.openxmlformats.org/officeDocument/2006/relationships/tags" Target="../tags/tag150.xml"/><Relationship Id="rId46" Type="http://schemas.microsoft.com/office/2007/relationships/hdphoto" Target="../media/hdphoto1.wdp"/><Relationship Id="rId59" Type="http://schemas.openxmlformats.org/officeDocument/2006/relationships/image" Target="../media/image14.jpeg"/><Relationship Id="rId20" Type="http://schemas.openxmlformats.org/officeDocument/2006/relationships/tags" Target="../tags/tag132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13.png"/><Relationship Id="rId62" Type="http://schemas.openxmlformats.org/officeDocument/2006/relationships/image" Target="../media/image23.png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5" Type="http://schemas.openxmlformats.org/officeDocument/2006/relationships/tags" Target="../tags/tag127.xml"/><Relationship Id="rId23" Type="http://schemas.openxmlformats.org/officeDocument/2006/relationships/tags" Target="../tags/tag135.xml"/><Relationship Id="rId28" Type="http://schemas.openxmlformats.org/officeDocument/2006/relationships/tags" Target="../tags/tag140.xml"/><Relationship Id="rId36" Type="http://schemas.openxmlformats.org/officeDocument/2006/relationships/tags" Target="../tags/tag148.xml"/><Relationship Id="rId49" Type="http://schemas.openxmlformats.org/officeDocument/2006/relationships/image" Target="../media/image20.png"/><Relationship Id="rId57" Type="http://schemas.openxmlformats.org/officeDocument/2006/relationships/image" Target="../media/image12.jpeg"/><Relationship Id="rId10" Type="http://schemas.openxmlformats.org/officeDocument/2006/relationships/tags" Target="../tags/tag122.xml"/><Relationship Id="rId31" Type="http://schemas.openxmlformats.org/officeDocument/2006/relationships/tags" Target="../tags/tag143.xml"/><Relationship Id="rId44" Type="http://schemas.openxmlformats.org/officeDocument/2006/relationships/image" Target="../media/image16.png"/><Relationship Id="rId52" Type="http://schemas.openxmlformats.org/officeDocument/2006/relationships/image" Target="../media/image6.png"/><Relationship Id="rId60" Type="http://schemas.openxmlformats.org/officeDocument/2006/relationships/image" Target="../media/image22.png"/><Relationship Id="rId65" Type="http://schemas.openxmlformats.org/officeDocument/2006/relationships/image" Target="../media/image28.jpeg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39" Type="http://schemas.openxmlformats.org/officeDocument/2006/relationships/tags" Target="../tags/tag151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178.xml"/><Relationship Id="rId21" Type="http://schemas.openxmlformats.org/officeDocument/2006/relationships/tags" Target="../tags/tag173.xml"/><Relationship Id="rId34" Type="http://schemas.openxmlformats.org/officeDocument/2006/relationships/tags" Target="../tags/tag186.xml"/><Relationship Id="rId42" Type="http://schemas.openxmlformats.org/officeDocument/2006/relationships/image" Target="../media/image9.png"/><Relationship Id="rId47" Type="http://schemas.openxmlformats.org/officeDocument/2006/relationships/image" Target="../media/image25.png"/><Relationship Id="rId50" Type="http://schemas.openxmlformats.org/officeDocument/2006/relationships/image" Target="../media/image21.png"/><Relationship Id="rId55" Type="http://schemas.openxmlformats.org/officeDocument/2006/relationships/image" Target="../media/image8.png"/><Relationship Id="rId63" Type="http://schemas.openxmlformats.org/officeDocument/2006/relationships/image" Target="../media/image27.png"/><Relationship Id="rId7" Type="http://schemas.openxmlformats.org/officeDocument/2006/relationships/tags" Target="../tags/tag15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9" Type="http://schemas.openxmlformats.org/officeDocument/2006/relationships/tags" Target="../tags/tag181.xml"/><Relationship Id="rId11" Type="http://schemas.openxmlformats.org/officeDocument/2006/relationships/tags" Target="../tags/tag163.xml"/><Relationship Id="rId24" Type="http://schemas.openxmlformats.org/officeDocument/2006/relationships/tags" Target="../tags/tag176.xml"/><Relationship Id="rId32" Type="http://schemas.openxmlformats.org/officeDocument/2006/relationships/tags" Target="../tags/tag184.xml"/><Relationship Id="rId37" Type="http://schemas.openxmlformats.org/officeDocument/2006/relationships/tags" Target="../tags/tag189.xml"/><Relationship Id="rId40" Type="http://schemas.openxmlformats.org/officeDocument/2006/relationships/tags" Target="../tags/tag192.xml"/><Relationship Id="rId45" Type="http://schemas.openxmlformats.org/officeDocument/2006/relationships/image" Target="../media/image17.png"/><Relationship Id="rId53" Type="http://schemas.openxmlformats.org/officeDocument/2006/relationships/image" Target="../media/image7.png"/><Relationship Id="rId58" Type="http://schemas.openxmlformats.org/officeDocument/2006/relationships/image" Target="../media/image11.png"/><Relationship Id="rId5" Type="http://schemas.openxmlformats.org/officeDocument/2006/relationships/tags" Target="../tags/tag157.xml"/><Relationship Id="rId61" Type="http://schemas.openxmlformats.org/officeDocument/2006/relationships/image" Target="../media/image24.jpeg"/><Relationship Id="rId19" Type="http://schemas.openxmlformats.org/officeDocument/2006/relationships/tags" Target="../tags/tag171.xml"/><Relationship Id="rId14" Type="http://schemas.openxmlformats.org/officeDocument/2006/relationships/tags" Target="../tags/tag166.xml"/><Relationship Id="rId22" Type="http://schemas.openxmlformats.org/officeDocument/2006/relationships/tags" Target="../tags/tag174.xml"/><Relationship Id="rId27" Type="http://schemas.openxmlformats.org/officeDocument/2006/relationships/tags" Target="../tags/tag179.xml"/><Relationship Id="rId30" Type="http://schemas.openxmlformats.org/officeDocument/2006/relationships/tags" Target="../tags/tag182.xml"/><Relationship Id="rId35" Type="http://schemas.openxmlformats.org/officeDocument/2006/relationships/tags" Target="../tags/tag187.xml"/><Relationship Id="rId43" Type="http://schemas.openxmlformats.org/officeDocument/2006/relationships/image" Target="../media/image15.png"/><Relationship Id="rId48" Type="http://schemas.openxmlformats.org/officeDocument/2006/relationships/image" Target="../media/image29.svg"/><Relationship Id="rId56" Type="http://schemas.openxmlformats.org/officeDocument/2006/relationships/image" Target="../media/image4.png"/><Relationship Id="rId64" Type="http://schemas.microsoft.com/office/2007/relationships/hdphoto" Target="../media/hdphoto3.wdp"/><Relationship Id="rId8" Type="http://schemas.openxmlformats.org/officeDocument/2006/relationships/tags" Target="../tags/tag160.xml"/><Relationship Id="rId51" Type="http://schemas.microsoft.com/office/2007/relationships/hdphoto" Target="../media/hdphoto2.wdp"/><Relationship Id="rId3" Type="http://schemas.openxmlformats.org/officeDocument/2006/relationships/tags" Target="../tags/tag155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5" Type="http://schemas.openxmlformats.org/officeDocument/2006/relationships/tags" Target="../tags/tag177.xml"/><Relationship Id="rId33" Type="http://schemas.openxmlformats.org/officeDocument/2006/relationships/tags" Target="../tags/tag185.xml"/><Relationship Id="rId38" Type="http://schemas.openxmlformats.org/officeDocument/2006/relationships/tags" Target="../tags/tag190.xml"/><Relationship Id="rId46" Type="http://schemas.microsoft.com/office/2007/relationships/hdphoto" Target="../media/hdphoto1.wdp"/><Relationship Id="rId59" Type="http://schemas.openxmlformats.org/officeDocument/2006/relationships/image" Target="../media/image14.jpeg"/><Relationship Id="rId20" Type="http://schemas.openxmlformats.org/officeDocument/2006/relationships/tags" Target="../tags/tag172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13.png"/><Relationship Id="rId62" Type="http://schemas.openxmlformats.org/officeDocument/2006/relationships/image" Target="../media/image23.png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5" Type="http://schemas.openxmlformats.org/officeDocument/2006/relationships/tags" Target="../tags/tag167.xml"/><Relationship Id="rId23" Type="http://schemas.openxmlformats.org/officeDocument/2006/relationships/tags" Target="../tags/tag175.xml"/><Relationship Id="rId28" Type="http://schemas.openxmlformats.org/officeDocument/2006/relationships/tags" Target="../tags/tag180.xml"/><Relationship Id="rId36" Type="http://schemas.openxmlformats.org/officeDocument/2006/relationships/tags" Target="../tags/tag188.xml"/><Relationship Id="rId49" Type="http://schemas.openxmlformats.org/officeDocument/2006/relationships/image" Target="../media/image20.png"/><Relationship Id="rId57" Type="http://schemas.openxmlformats.org/officeDocument/2006/relationships/image" Target="../media/image12.jpeg"/><Relationship Id="rId10" Type="http://schemas.openxmlformats.org/officeDocument/2006/relationships/tags" Target="../tags/tag162.xml"/><Relationship Id="rId31" Type="http://schemas.openxmlformats.org/officeDocument/2006/relationships/tags" Target="../tags/tag183.xml"/><Relationship Id="rId44" Type="http://schemas.openxmlformats.org/officeDocument/2006/relationships/image" Target="../media/image16.png"/><Relationship Id="rId52" Type="http://schemas.openxmlformats.org/officeDocument/2006/relationships/image" Target="../media/image6.png"/><Relationship Id="rId60" Type="http://schemas.openxmlformats.org/officeDocument/2006/relationships/image" Target="../media/image22.png"/><Relationship Id="rId65" Type="http://schemas.openxmlformats.org/officeDocument/2006/relationships/image" Target="../media/image28.jpeg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39" Type="http://schemas.openxmlformats.org/officeDocument/2006/relationships/tags" Target="../tags/tag191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218.xml"/><Relationship Id="rId21" Type="http://schemas.openxmlformats.org/officeDocument/2006/relationships/tags" Target="../tags/tag213.xml"/><Relationship Id="rId42" Type="http://schemas.openxmlformats.org/officeDocument/2006/relationships/tags" Target="../tags/tag234.xml"/><Relationship Id="rId47" Type="http://schemas.openxmlformats.org/officeDocument/2006/relationships/image" Target="../media/image16.png"/><Relationship Id="rId63" Type="http://schemas.openxmlformats.org/officeDocument/2006/relationships/image" Target="../media/image22.png"/><Relationship Id="rId68" Type="http://schemas.openxmlformats.org/officeDocument/2006/relationships/image" Target="../media/image30.png"/><Relationship Id="rId7" Type="http://schemas.openxmlformats.org/officeDocument/2006/relationships/tags" Target="../tags/tag199.xml"/><Relationship Id="rId2" Type="http://schemas.openxmlformats.org/officeDocument/2006/relationships/tags" Target="../tags/tag194.xml"/><Relationship Id="rId16" Type="http://schemas.openxmlformats.org/officeDocument/2006/relationships/tags" Target="../tags/tag208.xml"/><Relationship Id="rId29" Type="http://schemas.openxmlformats.org/officeDocument/2006/relationships/tags" Target="../tags/tag221.xml"/><Relationship Id="rId11" Type="http://schemas.openxmlformats.org/officeDocument/2006/relationships/tags" Target="../tags/tag203.xml"/><Relationship Id="rId24" Type="http://schemas.openxmlformats.org/officeDocument/2006/relationships/tags" Target="../tags/tag216.xml"/><Relationship Id="rId32" Type="http://schemas.openxmlformats.org/officeDocument/2006/relationships/tags" Target="../tags/tag224.xml"/><Relationship Id="rId37" Type="http://schemas.openxmlformats.org/officeDocument/2006/relationships/tags" Target="../tags/tag229.xml"/><Relationship Id="rId40" Type="http://schemas.openxmlformats.org/officeDocument/2006/relationships/tags" Target="../tags/tag232.xml"/><Relationship Id="rId45" Type="http://schemas.openxmlformats.org/officeDocument/2006/relationships/image" Target="../media/image9.png"/><Relationship Id="rId53" Type="http://schemas.openxmlformats.org/officeDocument/2006/relationships/image" Target="../media/image21.png"/><Relationship Id="rId58" Type="http://schemas.openxmlformats.org/officeDocument/2006/relationships/image" Target="../media/image8.png"/><Relationship Id="rId66" Type="http://schemas.openxmlformats.org/officeDocument/2006/relationships/image" Target="../media/image27.png"/><Relationship Id="rId5" Type="http://schemas.openxmlformats.org/officeDocument/2006/relationships/tags" Target="../tags/tag197.xml"/><Relationship Id="rId61" Type="http://schemas.openxmlformats.org/officeDocument/2006/relationships/image" Target="../media/image11.png"/><Relationship Id="rId19" Type="http://schemas.openxmlformats.org/officeDocument/2006/relationships/tags" Target="../tags/tag211.xml"/><Relationship Id="rId14" Type="http://schemas.openxmlformats.org/officeDocument/2006/relationships/tags" Target="../tags/tag206.xml"/><Relationship Id="rId22" Type="http://schemas.openxmlformats.org/officeDocument/2006/relationships/tags" Target="../tags/tag214.xml"/><Relationship Id="rId27" Type="http://schemas.openxmlformats.org/officeDocument/2006/relationships/tags" Target="../tags/tag219.xml"/><Relationship Id="rId30" Type="http://schemas.openxmlformats.org/officeDocument/2006/relationships/tags" Target="../tags/tag222.xml"/><Relationship Id="rId35" Type="http://schemas.openxmlformats.org/officeDocument/2006/relationships/tags" Target="../tags/tag227.xml"/><Relationship Id="rId43" Type="http://schemas.openxmlformats.org/officeDocument/2006/relationships/slideLayout" Target="../slideLayouts/slideLayout12.xml"/><Relationship Id="rId48" Type="http://schemas.openxmlformats.org/officeDocument/2006/relationships/image" Target="../media/image17.png"/><Relationship Id="rId56" Type="http://schemas.openxmlformats.org/officeDocument/2006/relationships/image" Target="../media/image7.png"/><Relationship Id="rId64" Type="http://schemas.openxmlformats.org/officeDocument/2006/relationships/image" Target="../media/image24.jpeg"/><Relationship Id="rId69" Type="http://schemas.openxmlformats.org/officeDocument/2006/relationships/image" Target="../media/image31.png"/><Relationship Id="rId8" Type="http://schemas.openxmlformats.org/officeDocument/2006/relationships/tags" Target="../tags/tag200.xml"/><Relationship Id="rId51" Type="http://schemas.openxmlformats.org/officeDocument/2006/relationships/image" Target="../media/image29.svg"/><Relationship Id="rId3" Type="http://schemas.openxmlformats.org/officeDocument/2006/relationships/tags" Target="../tags/tag195.xml"/><Relationship Id="rId12" Type="http://schemas.openxmlformats.org/officeDocument/2006/relationships/tags" Target="../tags/tag204.xml"/><Relationship Id="rId17" Type="http://schemas.openxmlformats.org/officeDocument/2006/relationships/tags" Target="../tags/tag209.xml"/><Relationship Id="rId25" Type="http://schemas.openxmlformats.org/officeDocument/2006/relationships/tags" Target="../tags/tag217.xml"/><Relationship Id="rId33" Type="http://schemas.openxmlformats.org/officeDocument/2006/relationships/tags" Target="../tags/tag225.xml"/><Relationship Id="rId38" Type="http://schemas.openxmlformats.org/officeDocument/2006/relationships/tags" Target="../tags/tag230.xml"/><Relationship Id="rId46" Type="http://schemas.openxmlformats.org/officeDocument/2006/relationships/image" Target="../media/image15.png"/><Relationship Id="rId59" Type="http://schemas.openxmlformats.org/officeDocument/2006/relationships/image" Target="../media/image4.png"/><Relationship Id="rId67" Type="http://schemas.microsoft.com/office/2007/relationships/hdphoto" Target="../media/hdphoto3.wdp"/><Relationship Id="rId20" Type="http://schemas.openxmlformats.org/officeDocument/2006/relationships/tags" Target="../tags/tag212.xml"/><Relationship Id="rId41" Type="http://schemas.openxmlformats.org/officeDocument/2006/relationships/tags" Target="../tags/tag233.xml"/><Relationship Id="rId54" Type="http://schemas.microsoft.com/office/2007/relationships/hdphoto" Target="../media/hdphoto2.wdp"/><Relationship Id="rId62" Type="http://schemas.openxmlformats.org/officeDocument/2006/relationships/image" Target="../media/image14.jpeg"/><Relationship Id="rId70" Type="http://schemas.openxmlformats.org/officeDocument/2006/relationships/image" Target="../media/image32.png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15" Type="http://schemas.openxmlformats.org/officeDocument/2006/relationships/tags" Target="../tags/tag207.xml"/><Relationship Id="rId23" Type="http://schemas.openxmlformats.org/officeDocument/2006/relationships/tags" Target="../tags/tag215.xml"/><Relationship Id="rId28" Type="http://schemas.openxmlformats.org/officeDocument/2006/relationships/tags" Target="../tags/tag220.xml"/><Relationship Id="rId36" Type="http://schemas.openxmlformats.org/officeDocument/2006/relationships/tags" Target="../tags/tag228.xml"/><Relationship Id="rId49" Type="http://schemas.microsoft.com/office/2007/relationships/hdphoto" Target="../media/hdphoto1.wdp"/><Relationship Id="rId57" Type="http://schemas.openxmlformats.org/officeDocument/2006/relationships/image" Target="../media/image13.png"/><Relationship Id="rId10" Type="http://schemas.openxmlformats.org/officeDocument/2006/relationships/tags" Target="../tags/tag202.xml"/><Relationship Id="rId31" Type="http://schemas.openxmlformats.org/officeDocument/2006/relationships/tags" Target="../tags/tag223.xml"/><Relationship Id="rId44" Type="http://schemas.openxmlformats.org/officeDocument/2006/relationships/notesSlide" Target="../notesSlides/notesSlide1.xml"/><Relationship Id="rId52" Type="http://schemas.openxmlformats.org/officeDocument/2006/relationships/image" Target="../media/image20.png"/><Relationship Id="rId60" Type="http://schemas.openxmlformats.org/officeDocument/2006/relationships/image" Target="../media/image12.jpeg"/><Relationship Id="rId65" Type="http://schemas.openxmlformats.org/officeDocument/2006/relationships/image" Target="../media/image23.png"/><Relationship Id="rId4" Type="http://schemas.openxmlformats.org/officeDocument/2006/relationships/tags" Target="../tags/tag196.xml"/><Relationship Id="rId9" Type="http://schemas.openxmlformats.org/officeDocument/2006/relationships/tags" Target="../tags/tag201.xml"/><Relationship Id="rId13" Type="http://schemas.openxmlformats.org/officeDocument/2006/relationships/tags" Target="../tags/tag205.xml"/><Relationship Id="rId18" Type="http://schemas.openxmlformats.org/officeDocument/2006/relationships/tags" Target="../tags/tag210.xml"/><Relationship Id="rId39" Type="http://schemas.openxmlformats.org/officeDocument/2006/relationships/tags" Target="../tags/tag231.xml"/><Relationship Id="rId34" Type="http://schemas.openxmlformats.org/officeDocument/2006/relationships/tags" Target="../tags/tag226.xml"/><Relationship Id="rId50" Type="http://schemas.openxmlformats.org/officeDocument/2006/relationships/image" Target="../media/image25.png"/><Relationship Id="rId55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260.xml"/><Relationship Id="rId21" Type="http://schemas.openxmlformats.org/officeDocument/2006/relationships/tags" Target="../tags/tag255.xml"/><Relationship Id="rId34" Type="http://schemas.openxmlformats.org/officeDocument/2006/relationships/tags" Target="../tags/tag268.xml"/><Relationship Id="rId42" Type="http://schemas.openxmlformats.org/officeDocument/2006/relationships/notesSlide" Target="../notesSlides/notesSlide2.xml"/><Relationship Id="rId47" Type="http://schemas.microsoft.com/office/2007/relationships/hdphoto" Target="../media/hdphoto1.wdp"/><Relationship Id="rId50" Type="http://schemas.openxmlformats.org/officeDocument/2006/relationships/image" Target="../media/image20.png"/><Relationship Id="rId55" Type="http://schemas.openxmlformats.org/officeDocument/2006/relationships/image" Target="../media/image13.png"/><Relationship Id="rId63" Type="http://schemas.openxmlformats.org/officeDocument/2006/relationships/image" Target="../media/image23.png"/><Relationship Id="rId7" Type="http://schemas.openxmlformats.org/officeDocument/2006/relationships/tags" Target="../tags/tag241.xml"/><Relationship Id="rId2" Type="http://schemas.openxmlformats.org/officeDocument/2006/relationships/tags" Target="../tags/tag236.xml"/><Relationship Id="rId16" Type="http://schemas.openxmlformats.org/officeDocument/2006/relationships/tags" Target="../tags/tag250.xml"/><Relationship Id="rId29" Type="http://schemas.openxmlformats.org/officeDocument/2006/relationships/tags" Target="../tags/tag263.xml"/><Relationship Id="rId11" Type="http://schemas.openxmlformats.org/officeDocument/2006/relationships/tags" Target="../tags/tag245.xml"/><Relationship Id="rId24" Type="http://schemas.openxmlformats.org/officeDocument/2006/relationships/tags" Target="../tags/tag258.xml"/><Relationship Id="rId32" Type="http://schemas.openxmlformats.org/officeDocument/2006/relationships/tags" Target="../tags/tag266.xml"/><Relationship Id="rId37" Type="http://schemas.openxmlformats.org/officeDocument/2006/relationships/tags" Target="../tags/tag271.xml"/><Relationship Id="rId40" Type="http://schemas.openxmlformats.org/officeDocument/2006/relationships/tags" Target="../tags/tag274.xml"/><Relationship Id="rId45" Type="http://schemas.openxmlformats.org/officeDocument/2006/relationships/image" Target="../media/image16.png"/><Relationship Id="rId53" Type="http://schemas.openxmlformats.org/officeDocument/2006/relationships/image" Target="../media/image6.png"/><Relationship Id="rId58" Type="http://schemas.openxmlformats.org/officeDocument/2006/relationships/image" Target="../media/image12.jpeg"/><Relationship Id="rId5" Type="http://schemas.openxmlformats.org/officeDocument/2006/relationships/tags" Target="../tags/tag239.xml"/><Relationship Id="rId61" Type="http://schemas.openxmlformats.org/officeDocument/2006/relationships/image" Target="../media/image22.png"/><Relationship Id="rId19" Type="http://schemas.openxmlformats.org/officeDocument/2006/relationships/tags" Target="../tags/tag253.xml"/><Relationship Id="rId14" Type="http://schemas.openxmlformats.org/officeDocument/2006/relationships/tags" Target="../tags/tag248.xml"/><Relationship Id="rId22" Type="http://schemas.openxmlformats.org/officeDocument/2006/relationships/tags" Target="../tags/tag256.xml"/><Relationship Id="rId27" Type="http://schemas.openxmlformats.org/officeDocument/2006/relationships/tags" Target="../tags/tag261.xml"/><Relationship Id="rId30" Type="http://schemas.openxmlformats.org/officeDocument/2006/relationships/tags" Target="../tags/tag264.xml"/><Relationship Id="rId35" Type="http://schemas.openxmlformats.org/officeDocument/2006/relationships/tags" Target="../tags/tag269.xml"/><Relationship Id="rId43" Type="http://schemas.openxmlformats.org/officeDocument/2006/relationships/image" Target="../media/image9.png"/><Relationship Id="rId48" Type="http://schemas.openxmlformats.org/officeDocument/2006/relationships/image" Target="../media/image25.png"/><Relationship Id="rId56" Type="http://schemas.openxmlformats.org/officeDocument/2006/relationships/image" Target="../media/image8.png"/><Relationship Id="rId64" Type="http://schemas.openxmlformats.org/officeDocument/2006/relationships/image" Target="../media/image27.png"/><Relationship Id="rId8" Type="http://schemas.openxmlformats.org/officeDocument/2006/relationships/tags" Target="../tags/tag242.xml"/><Relationship Id="rId51" Type="http://schemas.openxmlformats.org/officeDocument/2006/relationships/image" Target="../media/image21.png"/><Relationship Id="rId3" Type="http://schemas.openxmlformats.org/officeDocument/2006/relationships/tags" Target="../tags/tag237.xml"/><Relationship Id="rId12" Type="http://schemas.openxmlformats.org/officeDocument/2006/relationships/tags" Target="../tags/tag246.xml"/><Relationship Id="rId17" Type="http://schemas.openxmlformats.org/officeDocument/2006/relationships/tags" Target="../tags/tag251.xml"/><Relationship Id="rId25" Type="http://schemas.openxmlformats.org/officeDocument/2006/relationships/tags" Target="../tags/tag259.xml"/><Relationship Id="rId33" Type="http://schemas.openxmlformats.org/officeDocument/2006/relationships/tags" Target="../tags/tag267.xml"/><Relationship Id="rId38" Type="http://schemas.openxmlformats.org/officeDocument/2006/relationships/tags" Target="../tags/tag272.xml"/><Relationship Id="rId46" Type="http://schemas.openxmlformats.org/officeDocument/2006/relationships/image" Target="../media/image17.png"/><Relationship Id="rId59" Type="http://schemas.openxmlformats.org/officeDocument/2006/relationships/image" Target="../media/image11.png"/><Relationship Id="rId20" Type="http://schemas.openxmlformats.org/officeDocument/2006/relationships/tags" Target="../tags/tag254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7.png"/><Relationship Id="rId62" Type="http://schemas.openxmlformats.org/officeDocument/2006/relationships/image" Target="../media/image24.jpeg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5" Type="http://schemas.openxmlformats.org/officeDocument/2006/relationships/tags" Target="../tags/tag249.xml"/><Relationship Id="rId23" Type="http://schemas.openxmlformats.org/officeDocument/2006/relationships/tags" Target="../tags/tag257.xml"/><Relationship Id="rId28" Type="http://schemas.openxmlformats.org/officeDocument/2006/relationships/tags" Target="../tags/tag262.xml"/><Relationship Id="rId36" Type="http://schemas.openxmlformats.org/officeDocument/2006/relationships/tags" Target="../tags/tag270.xml"/><Relationship Id="rId49" Type="http://schemas.openxmlformats.org/officeDocument/2006/relationships/image" Target="../media/image29.svg"/><Relationship Id="rId57" Type="http://schemas.openxmlformats.org/officeDocument/2006/relationships/image" Target="../media/image4.png"/><Relationship Id="rId10" Type="http://schemas.openxmlformats.org/officeDocument/2006/relationships/tags" Target="../tags/tag244.xml"/><Relationship Id="rId31" Type="http://schemas.openxmlformats.org/officeDocument/2006/relationships/tags" Target="../tags/tag265.xml"/><Relationship Id="rId44" Type="http://schemas.openxmlformats.org/officeDocument/2006/relationships/image" Target="../media/image15.png"/><Relationship Id="rId52" Type="http://schemas.microsoft.com/office/2007/relationships/hdphoto" Target="../media/hdphoto2.wdp"/><Relationship Id="rId60" Type="http://schemas.openxmlformats.org/officeDocument/2006/relationships/image" Target="../media/image14.jpeg"/><Relationship Id="rId65" Type="http://schemas.microsoft.com/office/2007/relationships/hdphoto" Target="../media/hdphoto3.wdp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3" Type="http://schemas.openxmlformats.org/officeDocument/2006/relationships/tags" Target="../tags/tag247.xml"/><Relationship Id="rId18" Type="http://schemas.openxmlformats.org/officeDocument/2006/relationships/tags" Target="../tags/tag252.xml"/><Relationship Id="rId39" Type="http://schemas.openxmlformats.org/officeDocument/2006/relationships/tags" Target="../tags/tag273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tags" Target="../tags/tag300.xml"/><Relationship Id="rId21" Type="http://schemas.openxmlformats.org/officeDocument/2006/relationships/tags" Target="../tags/tag295.xml"/><Relationship Id="rId34" Type="http://schemas.openxmlformats.org/officeDocument/2006/relationships/tags" Target="../tags/tag308.xml"/><Relationship Id="rId42" Type="http://schemas.openxmlformats.org/officeDocument/2006/relationships/notesSlide" Target="../notesSlides/notesSlide3.xml"/><Relationship Id="rId47" Type="http://schemas.microsoft.com/office/2007/relationships/hdphoto" Target="../media/hdphoto1.wdp"/><Relationship Id="rId50" Type="http://schemas.openxmlformats.org/officeDocument/2006/relationships/image" Target="../media/image20.png"/><Relationship Id="rId55" Type="http://schemas.openxmlformats.org/officeDocument/2006/relationships/image" Target="../media/image13.png"/><Relationship Id="rId63" Type="http://schemas.openxmlformats.org/officeDocument/2006/relationships/image" Target="../media/image23.png"/><Relationship Id="rId7" Type="http://schemas.openxmlformats.org/officeDocument/2006/relationships/tags" Target="../tags/tag281.xml"/><Relationship Id="rId2" Type="http://schemas.openxmlformats.org/officeDocument/2006/relationships/tags" Target="../tags/tag276.xml"/><Relationship Id="rId16" Type="http://schemas.openxmlformats.org/officeDocument/2006/relationships/tags" Target="../tags/tag290.xml"/><Relationship Id="rId29" Type="http://schemas.openxmlformats.org/officeDocument/2006/relationships/tags" Target="../tags/tag303.xml"/><Relationship Id="rId11" Type="http://schemas.openxmlformats.org/officeDocument/2006/relationships/tags" Target="../tags/tag285.xml"/><Relationship Id="rId24" Type="http://schemas.openxmlformats.org/officeDocument/2006/relationships/tags" Target="../tags/tag298.xml"/><Relationship Id="rId32" Type="http://schemas.openxmlformats.org/officeDocument/2006/relationships/tags" Target="../tags/tag306.xml"/><Relationship Id="rId37" Type="http://schemas.openxmlformats.org/officeDocument/2006/relationships/tags" Target="../tags/tag311.xml"/><Relationship Id="rId40" Type="http://schemas.openxmlformats.org/officeDocument/2006/relationships/tags" Target="../tags/tag314.xml"/><Relationship Id="rId45" Type="http://schemas.openxmlformats.org/officeDocument/2006/relationships/image" Target="../media/image16.png"/><Relationship Id="rId53" Type="http://schemas.openxmlformats.org/officeDocument/2006/relationships/image" Target="../media/image6.png"/><Relationship Id="rId58" Type="http://schemas.openxmlformats.org/officeDocument/2006/relationships/image" Target="../media/image12.jpeg"/><Relationship Id="rId5" Type="http://schemas.openxmlformats.org/officeDocument/2006/relationships/tags" Target="../tags/tag279.xml"/><Relationship Id="rId61" Type="http://schemas.openxmlformats.org/officeDocument/2006/relationships/image" Target="../media/image22.png"/><Relationship Id="rId19" Type="http://schemas.openxmlformats.org/officeDocument/2006/relationships/tags" Target="../tags/tag293.xml"/><Relationship Id="rId14" Type="http://schemas.openxmlformats.org/officeDocument/2006/relationships/tags" Target="../tags/tag288.xml"/><Relationship Id="rId22" Type="http://schemas.openxmlformats.org/officeDocument/2006/relationships/tags" Target="../tags/tag296.xml"/><Relationship Id="rId27" Type="http://schemas.openxmlformats.org/officeDocument/2006/relationships/tags" Target="../tags/tag301.xml"/><Relationship Id="rId30" Type="http://schemas.openxmlformats.org/officeDocument/2006/relationships/tags" Target="../tags/tag304.xml"/><Relationship Id="rId35" Type="http://schemas.openxmlformats.org/officeDocument/2006/relationships/tags" Target="../tags/tag309.xml"/><Relationship Id="rId43" Type="http://schemas.openxmlformats.org/officeDocument/2006/relationships/image" Target="../media/image9.png"/><Relationship Id="rId48" Type="http://schemas.openxmlformats.org/officeDocument/2006/relationships/image" Target="../media/image25.png"/><Relationship Id="rId56" Type="http://schemas.openxmlformats.org/officeDocument/2006/relationships/image" Target="../media/image8.png"/><Relationship Id="rId64" Type="http://schemas.openxmlformats.org/officeDocument/2006/relationships/image" Target="../media/image27.png"/><Relationship Id="rId8" Type="http://schemas.openxmlformats.org/officeDocument/2006/relationships/tags" Target="../tags/tag282.xml"/><Relationship Id="rId51" Type="http://schemas.openxmlformats.org/officeDocument/2006/relationships/image" Target="../media/image21.png"/><Relationship Id="rId3" Type="http://schemas.openxmlformats.org/officeDocument/2006/relationships/tags" Target="../tags/tag277.xml"/><Relationship Id="rId12" Type="http://schemas.openxmlformats.org/officeDocument/2006/relationships/tags" Target="../tags/tag286.xml"/><Relationship Id="rId17" Type="http://schemas.openxmlformats.org/officeDocument/2006/relationships/tags" Target="../tags/tag291.xml"/><Relationship Id="rId25" Type="http://schemas.openxmlformats.org/officeDocument/2006/relationships/tags" Target="../tags/tag299.xml"/><Relationship Id="rId33" Type="http://schemas.openxmlformats.org/officeDocument/2006/relationships/tags" Target="../tags/tag307.xml"/><Relationship Id="rId38" Type="http://schemas.openxmlformats.org/officeDocument/2006/relationships/tags" Target="../tags/tag312.xml"/><Relationship Id="rId46" Type="http://schemas.openxmlformats.org/officeDocument/2006/relationships/image" Target="../media/image17.png"/><Relationship Id="rId59" Type="http://schemas.openxmlformats.org/officeDocument/2006/relationships/image" Target="../media/image11.png"/><Relationship Id="rId20" Type="http://schemas.openxmlformats.org/officeDocument/2006/relationships/tags" Target="../tags/tag294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7.png"/><Relationship Id="rId62" Type="http://schemas.openxmlformats.org/officeDocument/2006/relationships/image" Target="../media/image24.jpeg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5" Type="http://schemas.openxmlformats.org/officeDocument/2006/relationships/tags" Target="../tags/tag289.xml"/><Relationship Id="rId23" Type="http://schemas.openxmlformats.org/officeDocument/2006/relationships/tags" Target="../tags/tag297.xml"/><Relationship Id="rId28" Type="http://schemas.openxmlformats.org/officeDocument/2006/relationships/tags" Target="../tags/tag302.xml"/><Relationship Id="rId36" Type="http://schemas.openxmlformats.org/officeDocument/2006/relationships/tags" Target="../tags/tag310.xml"/><Relationship Id="rId49" Type="http://schemas.openxmlformats.org/officeDocument/2006/relationships/image" Target="../media/image29.svg"/><Relationship Id="rId57" Type="http://schemas.openxmlformats.org/officeDocument/2006/relationships/image" Target="../media/image4.png"/><Relationship Id="rId10" Type="http://schemas.openxmlformats.org/officeDocument/2006/relationships/tags" Target="../tags/tag284.xml"/><Relationship Id="rId31" Type="http://schemas.openxmlformats.org/officeDocument/2006/relationships/tags" Target="../tags/tag305.xml"/><Relationship Id="rId44" Type="http://schemas.openxmlformats.org/officeDocument/2006/relationships/image" Target="../media/image15.png"/><Relationship Id="rId52" Type="http://schemas.microsoft.com/office/2007/relationships/hdphoto" Target="../media/hdphoto2.wdp"/><Relationship Id="rId60" Type="http://schemas.openxmlformats.org/officeDocument/2006/relationships/image" Target="../media/image14.jpeg"/><Relationship Id="rId65" Type="http://schemas.microsoft.com/office/2007/relationships/hdphoto" Target="../media/hdphoto3.wdp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3" Type="http://schemas.openxmlformats.org/officeDocument/2006/relationships/tags" Target="../tags/tag287.xml"/><Relationship Id="rId18" Type="http://schemas.openxmlformats.org/officeDocument/2006/relationships/tags" Target="../tags/tag292.xml"/><Relationship Id="rId39" Type="http://schemas.openxmlformats.org/officeDocument/2006/relationships/tags" Target="../tags/tag313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340.xml"/><Relationship Id="rId21" Type="http://schemas.openxmlformats.org/officeDocument/2006/relationships/tags" Target="../tags/tag335.xml"/><Relationship Id="rId34" Type="http://schemas.openxmlformats.org/officeDocument/2006/relationships/tags" Target="../tags/tag348.xml"/><Relationship Id="rId42" Type="http://schemas.openxmlformats.org/officeDocument/2006/relationships/tags" Target="../tags/tag356.xml"/><Relationship Id="rId47" Type="http://schemas.openxmlformats.org/officeDocument/2006/relationships/image" Target="../media/image16.png"/><Relationship Id="rId50" Type="http://schemas.openxmlformats.org/officeDocument/2006/relationships/image" Target="../media/image25.png"/><Relationship Id="rId55" Type="http://schemas.openxmlformats.org/officeDocument/2006/relationships/image" Target="../media/image6.png"/><Relationship Id="rId63" Type="http://schemas.openxmlformats.org/officeDocument/2006/relationships/image" Target="../media/image22.png"/><Relationship Id="rId68" Type="http://schemas.openxmlformats.org/officeDocument/2006/relationships/image" Target="../media/image30.png"/><Relationship Id="rId7" Type="http://schemas.openxmlformats.org/officeDocument/2006/relationships/tags" Target="../tags/tag321.xml"/><Relationship Id="rId2" Type="http://schemas.openxmlformats.org/officeDocument/2006/relationships/tags" Target="../tags/tag316.xml"/><Relationship Id="rId16" Type="http://schemas.openxmlformats.org/officeDocument/2006/relationships/tags" Target="../tags/tag330.xml"/><Relationship Id="rId29" Type="http://schemas.openxmlformats.org/officeDocument/2006/relationships/tags" Target="../tags/tag343.xml"/><Relationship Id="rId11" Type="http://schemas.openxmlformats.org/officeDocument/2006/relationships/tags" Target="../tags/tag325.xml"/><Relationship Id="rId24" Type="http://schemas.openxmlformats.org/officeDocument/2006/relationships/tags" Target="../tags/tag338.xml"/><Relationship Id="rId32" Type="http://schemas.openxmlformats.org/officeDocument/2006/relationships/tags" Target="../tags/tag346.xml"/><Relationship Id="rId37" Type="http://schemas.openxmlformats.org/officeDocument/2006/relationships/tags" Target="../tags/tag351.xml"/><Relationship Id="rId40" Type="http://schemas.openxmlformats.org/officeDocument/2006/relationships/tags" Target="../tags/tag354.xml"/><Relationship Id="rId45" Type="http://schemas.openxmlformats.org/officeDocument/2006/relationships/image" Target="../media/image9.png"/><Relationship Id="rId53" Type="http://schemas.openxmlformats.org/officeDocument/2006/relationships/image" Target="../media/image21.png"/><Relationship Id="rId58" Type="http://schemas.openxmlformats.org/officeDocument/2006/relationships/image" Target="../media/image8.png"/><Relationship Id="rId66" Type="http://schemas.openxmlformats.org/officeDocument/2006/relationships/image" Target="../media/image27.png"/><Relationship Id="rId5" Type="http://schemas.openxmlformats.org/officeDocument/2006/relationships/tags" Target="../tags/tag319.xml"/><Relationship Id="rId61" Type="http://schemas.openxmlformats.org/officeDocument/2006/relationships/image" Target="../media/image11.png"/><Relationship Id="rId19" Type="http://schemas.openxmlformats.org/officeDocument/2006/relationships/tags" Target="../tags/tag333.xml"/><Relationship Id="rId14" Type="http://schemas.openxmlformats.org/officeDocument/2006/relationships/tags" Target="../tags/tag328.xml"/><Relationship Id="rId22" Type="http://schemas.openxmlformats.org/officeDocument/2006/relationships/tags" Target="../tags/tag336.xml"/><Relationship Id="rId27" Type="http://schemas.openxmlformats.org/officeDocument/2006/relationships/tags" Target="../tags/tag341.xml"/><Relationship Id="rId30" Type="http://schemas.openxmlformats.org/officeDocument/2006/relationships/tags" Target="../tags/tag344.xml"/><Relationship Id="rId35" Type="http://schemas.openxmlformats.org/officeDocument/2006/relationships/tags" Target="../tags/tag349.xml"/><Relationship Id="rId43" Type="http://schemas.openxmlformats.org/officeDocument/2006/relationships/slideLayout" Target="../slideLayouts/slideLayout12.xml"/><Relationship Id="rId48" Type="http://schemas.openxmlformats.org/officeDocument/2006/relationships/image" Target="../media/image17.png"/><Relationship Id="rId56" Type="http://schemas.openxmlformats.org/officeDocument/2006/relationships/image" Target="../media/image7.png"/><Relationship Id="rId64" Type="http://schemas.openxmlformats.org/officeDocument/2006/relationships/image" Target="../media/image24.jpeg"/><Relationship Id="rId8" Type="http://schemas.openxmlformats.org/officeDocument/2006/relationships/tags" Target="../tags/tag322.xml"/><Relationship Id="rId51" Type="http://schemas.openxmlformats.org/officeDocument/2006/relationships/image" Target="../media/image29.svg"/><Relationship Id="rId3" Type="http://schemas.openxmlformats.org/officeDocument/2006/relationships/tags" Target="../tags/tag317.xml"/><Relationship Id="rId12" Type="http://schemas.openxmlformats.org/officeDocument/2006/relationships/tags" Target="../tags/tag326.xml"/><Relationship Id="rId17" Type="http://schemas.openxmlformats.org/officeDocument/2006/relationships/tags" Target="../tags/tag331.xml"/><Relationship Id="rId25" Type="http://schemas.openxmlformats.org/officeDocument/2006/relationships/tags" Target="../tags/tag339.xml"/><Relationship Id="rId33" Type="http://schemas.openxmlformats.org/officeDocument/2006/relationships/tags" Target="../tags/tag347.xml"/><Relationship Id="rId38" Type="http://schemas.openxmlformats.org/officeDocument/2006/relationships/tags" Target="../tags/tag352.xml"/><Relationship Id="rId46" Type="http://schemas.openxmlformats.org/officeDocument/2006/relationships/image" Target="../media/image15.png"/><Relationship Id="rId59" Type="http://schemas.openxmlformats.org/officeDocument/2006/relationships/image" Target="../media/image4.png"/><Relationship Id="rId67" Type="http://schemas.microsoft.com/office/2007/relationships/hdphoto" Target="../media/hdphoto3.wdp"/><Relationship Id="rId20" Type="http://schemas.openxmlformats.org/officeDocument/2006/relationships/tags" Target="../tags/tag334.xml"/><Relationship Id="rId41" Type="http://schemas.openxmlformats.org/officeDocument/2006/relationships/tags" Target="../tags/tag355.xml"/><Relationship Id="rId54" Type="http://schemas.microsoft.com/office/2007/relationships/hdphoto" Target="../media/hdphoto2.wdp"/><Relationship Id="rId62" Type="http://schemas.openxmlformats.org/officeDocument/2006/relationships/image" Target="../media/image14.jpeg"/><Relationship Id="rId1" Type="http://schemas.openxmlformats.org/officeDocument/2006/relationships/tags" Target="../tags/tag315.xml"/><Relationship Id="rId6" Type="http://schemas.openxmlformats.org/officeDocument/2006/relationships/tags" Target="../tags/tag320.xml"/><Relationship Id="rId15" Type="http://schemas.openxmlformats.org/officeDocument/2006/relationships/tags" Target="../tags/tag329.xml"/><Relationship Id="rId23" Type="http://schemas.openxmlformats.org/officeDocument/2006/relationships/tags" Target="../tags/tag337.xml"/><Relationship Id="rId28" Type="http://schemas.openxmlformats.org/officeDocument/2006/relationships/tags" Target="../tags/tag342.xml"/><Relationship Id="rId36" Type="http://schemas.openxmlformats.org/officeDocument/2006/relationships/tags" Target="../tags/tag350.xml"/><Relationship Id="rId49" Type="http://schemas.microsoft.com/office/2007/relationships/hdphoto" Target="../media/hdphoto1.wdp"/><Relationship Id="rId57" Type="http://schemas.openxmlformats.org/officeDocument/2006/relationships/image" Target="../media/image13.png"/><Relationship Id="rId10" Type="http://schemas.openxmlformats.org/officeDocument/2006/relationships/tags" Target="../tags/tag324.xml"/><Relationship Id="rId31" Type="http://schemas.openxmlformats.org/officeDocument/2006/relationships/tags" Target="../tags/tag345.xml"/><Relationship Id="rId44" Type="http://schemas.openxmlformats.org/officeDocument/2006/relationships/notesSlide" Target="../notesSlides/notesSlide4.xml"/><Relationship Id="rId52" Type="http://schemas.openxmlformats.org/officeDocument/2006/relationships/image" Target="../media/image20.png"/><Relationship Id="rId60" Type="http://schemas.openxmlformats.org/officeDocument/2006/relationships/image" Target="../media/image12.jpeg"/><Relationship Id="rId65" Type="http://schemas.openxmlformats.org/officeDocument/2006/relationships/image" Target="../media/image23.png"/><Relationship Id="rId4" Type="http://schemas.openxmlformats.org/officeDocument/2006/relationships/tags" Target="../tags/tag318.xml"/><Relationship Id="rId9" Type="http://schemas.openxmlformats.org/officeDocument/2006/relationships/tags" Target="../tags/tag323.xml"/><Relationship Id="rId13" Type="http://schemas.openxmlformats.org/officeDocument/2006/relationships/tags" Target="../tags/tag327.xml"/><Relationship Id="rId18" Type="http://schemas.openxmlformats.org/officeDocument/2006/relationships/tags" Target="../tags/tag332.xml"/><Relationship Id="rId39" Type="http://schemas.openxmlformats.org/officeDocument/2006/relationships/tags" Target="../tags/tag35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7.png"/><Relationship Id="rId3" Type="http://schemas.openxmlformats.org/officeDocument/2006/relationships/image" Target="../media/image33.png"/><Relationship Id="rId7" Type="http://schemas.openxmlformats.org/officeDocument/2006/relationships/image" Target="../media/image43.png"/><Relationship Id="rId12" Type="http://schemas.openxmlformats.org/officeDocument/2006/relationships/image" Target="../media/image37.png"/><Relationship Id="rId17" Type="http://schemas.openxmlformats.org/officeDocument/2006/relationships/image" Target="../media/image48.png"/><Relationship Id="rId2" Type="http://schemas.openxmlformats.org/officeDocument/2006/relationships/image" Target="../media/image41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36.png"/><Relationship Id="rId5" Type="http://schemas.openxmlformats.org/officeDocument/2006/relationships/image" Target="../media/image35.png"/><Relationship Id="rId15" Type="http://schemas.openxmlformats.org/officeDocument/2006/relationships/image" Target="../media/image39.png"/><Relationship Id="rId10" Type="http://schemas.openxmlformats.org/officeDocument/2006/relationships/image" Target="../media/image46.png"/><Relationship Id="rId4" Type="http://schemas.openxmlformats.org/officeDocument/2006/relationships/image" Target="../media/image34.png"/><Relationship Id="rId9" Type="http://schemas.openxmlformats.org/officeDocument/2006/relationships/image" Target="../media/image45.pn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17" Type="http://schemas.openxmlformats.org/officeDocument/2006/relationships/image" Target="../media/image49.png"/><Relationship Id="rId2" Type="http://schemas.openxmlformats.org/officeDocument/2006/relationships/image" Target="../media/image33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37.png"/><Relationship Id="rId5" Type="http://schemas.openxmlformats.org/officeDocument/2006/relationships/image" Target="../media/image42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6.png"/><Relationship Id="rId1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tags" Target="../tags/tag382.xml"/><Relationship Id="rId21" Type="http://schemas.openxmlformats.org/officeDocument/2006/relationships/tags" Target="../tags/tag377.xml"/><Relationship Id="rId34" Type="http://schemas.openxmlformats.org/officeDocument/2006/relationships/tags" Target="../tags/tag390.xml"/><Relationship Id="rId42" Type="http://schemas.openxmlformats.org/officeDocument/2006/relationships/image" Target="../media/image9.png"/><Relationship Id="rId47" Type="http://schemas.openxmlformats.org/officeDocument/2006/relationships/image" Target="../media/image25.png"/><Relationship Id="rId50" Type="http://schemas.openxmlformats.org/officeDocument/2006/relationships/image" Target="../media/image21.png"/><Relationship Id="rId55" Type="http://schemas.openxmlformats.org/officeDocument/2006/relationships/image" Target="../media/image8.png"/><Relationship Id="rId63" Type="http://schemas.openxmlformats.org/officeDocument/2006/relationships/image" Target="../media/image27.png"/><Relationship Id="rId7" Type="http://schemas.openxmlformats.org/officeDocument/2006/relationships/tags" Target="../tags/tag363.xml"/><Relationship Id="rId2" Type="http://schemas.openxmlformats.org/officeDocument/2006/relationships/tags" Target="../tags/tag358.xml"/><Relationship Id="rId16" Type="http://schemas.openxmlformats.org/officeDocument/2006/relationships/tags" Target="../tags/tag372.xml"/><Relationship Id="rId29" Type="http://schemas.openxmlformats.org/officeDocument/2006/relationships/tags" Target="../tags/tag385.xml"/><Relationship Id="rId11" Type="http://schemas.openxmlformats.org/officeDocument/2006/relationships/tags" Target="../tags/tag367.xml"/><Relationship Id="rId24" Type="http://schemas.openxmlformats.org/officeDocument/2006/relationships/tags" Target="../tags/tag380.xml"/><Relationship Id="rId32" Type="http://schemas.openxmlformats.org/officeDocument/2006/relationships/tags" Target="../tags/tag388.xml"/><Relationship Id="rId37" Type="http://schemas.openxmlformats.org/officeDocument/2006/relationships/tags" Target="../tags/tag393.xml"/><Relationship Id="rId40" Type="http://schemas.openxmlformats.org/officeDocument/2006/relationships/tags" Target="../tags/tag396.xml"/><Relationship Id="rId45" Type="http://schemas.openxmlformats.org/officeDocument/2006/relationships/image" Target="../media/image17.png"/><Relationship Id="rId53" Type="http://schemas.openxmlformats.org/officeDocument/2006/relationships/image" Target="../media/image7.png"/><Relationship Id="rId58" Type="http://schemas.openxmlformats.org/officeDocument/2006/relationships/image" Target="../media/image11.png"/><Relationship Id="rId5" Type="http://schemas.openxmlformats.org/officeDocument/2006/relationships/tags" Target="../tags/tag361.xml"/><Relationship Id="rId61" Type="http://schemas.openxmlformats.org/officeDocument/2006/relationships/image" Target="../media/image24.jpeg"/><Relationship Id="rId19" Type="http://schemas.openxmlformats.org/officeDocument/2006/relationships/tags" Target="../tags/tag375.xml"/><Relationship Id="rId14" Type="http://schemas.openxmlformats.org/officeDocument/2006/relationships/tags" Target="../tags/tag370.xml"/><Relationship Id="rId22" Type="http://schemas.openxmlformats.org/officeDocument/2006/relationships/tags" Target="../tags/tag378.xml"/><Relationship Id="rId27" Type="http://schemas.openxmlformats.org/officeDocument/2006/relationships/tags" Target="../tags/tag383.xml"/><Relationship Id="rId30" Type="http://schemas.openxmlformats.org/officeDocument/2006/relationships/tags" Target="../tags/tag386.xml"/><Relationship Id="rId35" Type="http://schemas.openxmlformats.org/officeDocument/2006/relationships/tags" Target="../tags/tag391.xml"/><Relationship Id="rId43" Type="http://schemas.openxmlformats.org/officeDocument/2006/relationships/image" Target="../media/image15.png"/><Relationship Id="rId48" Type="http://schemas.openxmlformats.org/officeDocument/2006/relationships/image" Target="../media/image26.svg"/><Relationship Id="rId56" Type="http://schemas.openxmlformats.org/officeDocument/2006/relationships/image" Target="../media/image4.png"/><Relationship Id="rId64" Type="http://schemas.microsoft.com/office/2007/relationships/hdphoto" Target="../media/hdphoto3.wdp"/><Relationship Id="rId8" Type="http://schemas.openxmlformats.org/officeDocument/2006/relationships/tags" Target="../tags/tag364.xml"/><Relationship Id="rId51" Type="http://schemas.microsoft.com/office/2007/relationships/hdphoto" Target="../media/hdphoto2.wdp"/><Relationship Id="rId3" Type="http://schemas.openxmlformats.org/officeDocument/2006/relationships/tags" Target="../tags/tag359.xml"/><Relationship Id="rId12" Type="http://schemas.openxmlformats.org/officeDocument/2006/relationships/tags" Target="../tags/tag368.xml"/><Relationship Id="rId17" Type="http://schemas.openxmlformats.org/officeDocument/2006/relationships/tags" Target="../tags/tag373.xml"/><Relationship Id="rId25" Type="http://schemas.openxmlformats.org/officeDocument/2006/relationships/tags" Target="../tags/tag381.xml"/><Relationship Id="rId33" Type="http://schemas.openxmlformats.org/officeDocument/2006/relationships/tags" Target="../tags/tag389.xml"/><Relationship Id="rId38" Type="http://schemas.openxmlformats.org/officeDocument/2006/relationships/tags" Target="../tags/tag394.xml"/><Relationship Id="rId46" Type="http://schemas.microsoft.com/office/2007/relationships/hdphoto" Target="../media/hdphoto1.wdp"/><Relationship Id="rId59" Type="http://schemas.openxmlformats.org/officeDocument/2006/relationships/image" Target="../media/image14.jpeg"/><Relationship Id="rId20" Type="http://schemas.openxmlformats.org/officeDocument/2006/relationships/tags" Target="../tags/tag376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13.png"/><Relationship Id="rId62" Type="http://schemas.openxmlformats.org/officeDocument/2006/relationships/image" Target="../media/image23.png"/><Relationship Id="rId1" Type="http://schemas.openxmlformats.org/officeDocument/2006/relationships/tags" Target="../tags/tag357.xml"/><Relationship Id="rId6" Type="http://schemas.openxmlformats.org/officeDocument/2006/relationships/tags" Target="../tags/tag362.xml"/><Relationship Id="rId15" Type="http://schemas.openxmlformats.org/officeDocument/2006/relationships/tags" Target="../tags/tag371.xml"/><Relationship Id="rId23" Type="http://schemas.openxmlformats.org/officeDocument/2006/relationships/tags" Target="../tags/tag379.xml"/><Relationship Id="rId28" Type="http://schemas.openxmlformats.org/officeDocument/2006/relationships/tags" Target="../tags/tag384.xml"/><Relationship Id="rId36" Type="http://schemas.openxmlformats.org/officeDocument/2006/relationships/tags" Target="../tags/tag392.xml"/><Relationship Id="rId49" Type="http://schemas.openxmlformats.org/officeDocument/2006/relationships/image" Target="../media/image20.png"/><Relationship Id="rId57" Type="http://schemas.openxmlformats.org/officeDocument/2006/relationships/image" Target="../media/image12.jpeg"/><Relationship Id="rId10" Type="http://schemas.openxmlformats.org/officeDocument/2006/relationships/tags" Target="../tags/tag366.xml"/><Relationship Id="rId31" Type="http://schemas.openxmlformats.org/officeDocument/2006/relationships/tags" Target="../tags/tag387.xml"/><Relationship Id="rId44" Type="http://schemas.openxmlformats.org/officeDocument/2006/relationships/image" Target="../media/image16.png"/><Relationship Id="rId52" Type="http://schemas.openxmlformats.org/officeDocument/2006/relationships/image" Target="../media/image6.png"/><Relationship Id="rId60" Type="http://schemas.openxmlformats.org/officeDocument/2006/relationships/image" Target="../media/image22.png"/><Relationship Id="rId65" Type="http://schemas.openxmlformats.org/officeDocument/2006/relationships/image" Target="../media/image28.jpeg"/><Relationship Id="rId4" Type="http://schemas.openxmlformats.org/officeDocument/2006/relationships/tags" Target="../tags/tag360.xml"/><Relationship Id="rId9" Type="http://schemas.openxmlformats.org/officeDocument/2006/relationships/tags" Target="../tags/tag365.xml"/><Relationship Id="rId13" Type="http://schemas.openxmlformats.org/officeDocument/2006/relationships/tags" Target="../tags/tag369.xml"/><Relationship Id="rId18" Type="http://schemas.openxmlformats.org/officeDocument/2006/relationships/tags" Target="../tags/tag374.xml"/><Relationship Id="rId39" Type="http://schemas.openxmlformats.org/officeDocument/2006/relationships/tags" Target="../tags/tag395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tags" Target="../tags/tag422.xml"/><Relationship Id="rId21" Type="http://schemas.openxmlformats.org/officeDocument/2006/relationships/tags" Target="../tags/tag417.xml"/><Relationship Id="rId42" Type="http://schemas.openxmlformats.org/officeDocument/2006/relationships/tags" Target="../tags/tag438.xml"/><Relationship Id="rId47" Type="http://schemas.openxmlformats.org/officeDocument/2006/relationships/image" Target="../media/image16.png"/><Relationship Id="rId63" Type="http://schemas.openxmlformats.org/officeDocument/2006/relationships/image" Target="../media/image22.png"/><Relationship Id="rId68" Type="http://schemas.openxmlformats.org/officeDocument/2006/relationships/image" Target="../media/image30.png"/><Relationship Id="rId7" Type="http://schemas.openxmlformats.org/officeDocument/2006/relationships/tags" Target="../tags/tag403.xml"/><Relationship Id="rId2" Type="http://schemas.openxmlformats.org/officeDocument/2006/relationships/tags" Target="../tags/tag398.xml"/><Relationship Id="rId16" Type="http://schemas.openxmlformats.org/officeDocument/2006/relationships/tags" Target="../tags/tag412.xml"/><Relationship Id="rId29" Type="http://schemas.openxmlformats.org/officeDocument/2006/relationships/tags" Target="../tags/tag425.xml"/><Relationship Id="rId11" Type="http://schemas.openxmlformats.org/officeDocument/2006/relationships/tags" Target="../tags/tag407.xml"/><Relationship Id="rId24" Type="http://schemas.openxmlformats.org/officeDocument/2006/relationships/tags" Target="../tags/tag420.xml"/><Relationship Id="rId32" Type="http://schemas.openxmlformats.org/officeDocument/2006/relationships/tags" Target="../tags/tag428.xml"/><Relationship Id="rId37" Type="http://schemas.openxmlformats.org/officeDocument/2006/relationships/tags" Target="../tags/tag433.xml"/><Relationship Id="rId40" Type="http://schemas.openxmlformats.org/officeDocument/2006/relationships/tags" Target="../tags/tag436.xml"/><Relationship Id="rId45" Type="http://schemas.openxmlformats.org/officeDocument/2006/relationships/image" Target="../media/image9.png"/><Relationship Id="rId53" Type="http://schemas.openxmlformats.org/officeDocument/2006/relationships/image" Target="../media/image21.png"/><Relationship Id="rId58" Type="http://schemas.openxmlformats.org/officeDocument/2006/relationships/image" Target="../media/image8.png"/><Relationship Id="rId66" Type="http://schemas.openxmlformats.org/officeDocument/2006/relationships/image" Target="../media/image27.png"/><Relationship Id="rId5" Type="http://schemas.openxmlformats.org/officeDocument/2006/relationships/tags" Target="../tags/tag401.xml"/><Relationship Id="rId61" Type="http://schemas.openxmlformats.org/officeDocument/2006/relationships/image" Target="../media/image11.png"/><Relationship Id="rId19" Type="http://schemas.openxmlformats.org/officeDocument/2006/relationships/tags" Target="../tags/tag415.xml"/><Relationship Id="rId14" Type="http://schemas.openxmlformats.org/officeDocument/2006/relationships/tags" Target="../tags/tag410.xml"/><Relationship Id="rId22" Type="http://schemas.openxmlformats.org/officeDocument/2006/relationships/tags" Target="../tags/tag418.xml"/><Relationship Id="rId27" Type="http://schemas.openxmlformats.org/officeDocument/2006/relationships/tags" Target="../tags/tag423.xml"/><Relationship Id="rId30" Type="http://schemas.openxmlformats.org/officeDocument/2006/relationships/tags" Target="../tags/tag426.xml"/><Relationship Id="rId35" Type="http://schemas.openxmlformats.org/officeDocument/2006/relationships/tags" Target="../tags/tag431.xml"/><Relationship Id="rId43" Type="http://schemas.openxmlformats.org/officeDocument/2006/relationships/slideLayout" Target="../slideLayouts/slideLayout12.xml"/><Relationship Id="rId48" Type="http://schemas.openxmlformats.org/officeDocument/2006/relationships/image" Target="../media/image17.png"/><Relationship Id="rId56" Type="http://schemas.openxmlformats.org/officeDocument/2006/relationships/image" Target="../media/image7.png"/><Relationship Id="rId64" Type="http://schemas.openxmlformats.org/officeDocument/2006/relationships/image" Target="../media/image24.jpeg"/><Relationship Id="rId69" Type="http://schemas.openxmlformats.org/officeDocument/2006/relationships/image" Target="../media/image31.png"/><Relationship Id="rId8" Type="http://schemas.openxmlformats.org/officeDocument/2006/relationships/tags" Target="../tags/tag404.xml"/><Relationship Id="rId51" Type="http://schemas.openxmlformats.org/officeDocument/2006/relationships/image" Target="../media/image29.svg"/><Relationship Id="rId3" Type="http://schemas.openxmlformats.org/officeDocument/2006/relationships/tags" Target="../tags/tag399.xml"/><Relationship Id="rId12" Type="http://schemas.openxmlformats.org/officeDocument/2006/relationships/tags" Target="../tags/tag408.xml"/><Relationship Id="rId17" Type="http://schemas.openxmlformats.org/officeDocument/2006/relationships/tags" Target="../tags/tag413.xml"/><Relationship Id="rId25" Type="http://schemas.openxmlformats.org/officeDocument/2006/relationships/tags" Target="../tags/tag421.xml"/><Relationship Id="rId33" Type="http://schemas.openxmlformats.org/officeDocument/2006/relationships/tags" Target="../tags/tag429.xml"/><Relationship Id="rId38" Type="http://schemas.openxmlformats.org/officeDocument/2006/relationships/tags" Target="../tags/tag434.xml"/><Relationship Id="rId46" Type="http://schemas.openxmlformats.org/officeDocument/2006/relationships/image" Target="../media/image15.png"/><Relationship Id="rId59" Type="http://schemas.openxmlformats.org/officeDocument/2006/relationships/image" Target="../media/image4.png"/><Relationship Id="rId67" Type="http://schemas.microsoft.com/office/2007/relationships/hdphoto" Target="../media/hdphoto3.wdp"/><Relationship Id="rId20" Type="http://schemas.openxmlformats.org/officeDocument/2006/relationships/tags" Target="../tags/tag416.xml"/><Relationship Id="rId41" Type="http://schemas.openxmlformats.org/officeDocument/2006/relationships/tags" Target="../tags/tag437.xml"/><Relationship Id="rId54" Type="http://schemas.microsoft.com/office/2007/relationships/hdphoto" Target="../media/hdphoto2.wdp"/><Relationship Id="rId62" Type="http://schemas.openxmlformats.org/officeDocument/2006/relationships/image" Target="../media/image14.jpeg"/><Relationship Id="rId70" Type="http://schemas.openxmlformats.org/officeDocument/2006/relationships/image" Target="../media/image32.png"/><Relationship Id="rId1" Type="http://schemas.openxmlformats.org/officeDocument/2006/relationships/tags" Target="../tags/tag397.xml"/><Relationship Id="rId6" Type="http://schemas.openxmlformats.org/officeDocument/2006/relationships/tags" Target="../tags/tag402.xml"/><Relationship Id="rId15" Type="http://schemas.openxmlformats.org/officeDocument/2006/relationships/tags" Target="../tags/tag411.xml"/><Relationship Id="rId23" Type="http://schemas.openxmlformats.org/officeDocument/2006/relationships/tags" Target="../tags/tag419.xml"/><Relationship Id="rId28" Type="http://schemas.openxmlformats.org/officeDocument/2006/relationships/tags" Target="../tags/tag424.xml"/><Relationship Id="rId36" Type="http://schemas.openxmlformats.org/officeDocument/2006/relationships/tags" Target="../tags/tag432.xml"/><Relationship Id="rId49" Type="http://schemas.microsoft.com/office/2007/relationships/hdphoto" Target="../media/hdphoto1.wdp"/><Relationship Id="rId57" Type="http://schemas.openxmlformats.org/officeDocument/2006/relationships/image" Target="../media/image13.png"/><Relationship Id="rId10" Type="http://schemas.openxmlformats.org/officeDocument/2006/relationships/tags" Target="../tags/tag406.xml"/><Relationship Id="rId31" Type="http://schemas.openxmlformats.org/officeDocument/2006/relationships/tags" Target="../tags/tag427.xml"/><Relationship Id="rId44" Type="http://schemas.openxmlformats.org/officeDocument/2006/relationships/notesSlide" Target="../notesSlides/notesSlide5.xml"/><Relationship Id="rId52" Type="http://schemas.openxmlformats.org/officeDocument/2006/relationships/image" Target="../media/image20.png"/><Relationship Id="rId60" Type="http://schemas.openxmlformats.org/officeDocument/2006/relationships/image" Target="../media/image12.jpeg"/><Relationship Id="rId65" Type="http://schemas.openxmlformats.org/officeDocument/2006/relationships/image" Target="../media/image23.png"/><Relationship Id="rId4" Type="http://schemas.openxmlformats.org/officeDocument/2006/relationships/tags" Target="../tags/tag400.xml"/><Relationship Id="rId9" Type="http://schemas.openxmlformats.org/officeDocument/2006/relationships/tags" Target="../tags/tag405.xml"/><Relationship Id="rId13" Type="http://schemas.openxmlformats.org/officeDocument/2006/relationships/tags" Target="../tags/tag409.xml"/><Relationship Id="rId18" Type="http://schemas.openxmlformats.org/officeDocument/2006/relationships/tags" Target="../tags/tag414.xml"/><Relationship Id="rId39" Type="http://schemas.openxmlformats.org/officeDocument/2006/relationships/tags" Target="../tags/tag435.xml"/><Relationship Id="rId34" Type="http://schemas.openxmlformats.org/officeDocument/2006/relationships/tags" Target="../tags/tag430.xml"/><Relationship Id="rId50" Type="http://schemas.openxmlformats.org/officeDocument/2006/relationships/image" Target="../media/image25.png"/><Relationship Id="rId55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tags" Target="../tags/tag464.xml"/><Relationship Id="rId21" Type="http://schemas.openxmlformats.org/officeDocument/2006/relationships/tags" Target="../tags/tag459.xml"/><Relationship Id="rId34" Type="http://schemas.openxmlformats.org/officeDocument/2006/relationships/tags" Target="../tags/tag472.xml"/><Relationship Id="rId42" Type="http://schemas.openxmlformats.org/officeDocument/2006/relationships/notesSlide" Target="../notesSlides/notesSlide6.xml"/><Relationship Id="rId47" Type="http://schemas.microsoft.com/office/2007/relationships/hdphoto" Target="../media/hdphoto1.wdp"/><Relationship Id="rId50" Type="http://schemas.openxmlformats.org/officeDocument/2006/relationships/image" Target="../media/image20.png"/><Relationship Id="rId55" Type="http://schemas.openxmlformats.org/officeDocument/2006/relationships/image" Target="../media/image13.png"/><Relationship Id="rId63" Type="http://schemas.openxmlformats.org/officeDocument/2006/relationships/image" Target="../media/image23.png"/><Relationship Id="rId7" Type="http://schemas.openxmlformats.org/officeDocument/2006/relationships/tags" Target="../tags/tag445.xml"/><Relationship Id="rId2" Type="http://schemas.openxmlformats.org/officeDocument/2006/relationships/tags" Target="../tags/tag440.xml"/><Relationship Id="rId16" Type="http://schemas.openxmlformats.org/officeDocument/2006/relationships/tags" Target="../tags/tag454.xml"/><Relationship Id="rId29" Type="http://schemas.openxmlformats.org/officeDocument/2006/relationships/tags" Target="../tags/tag467.xml"/><Relationship Id="rId11" Type="http://schemas.openxmlformats.org/officeDocument/2006/relationships/tags" Target="../tags/tag449.xml"/><Relationship Id="rId24" Type="http://schemas.openxmlformats.org/officeDocument/2006/relationships/tags" Target="../tags/tag462.xml"/><Relationship Id="rId32" Type="http://schemas.openxmlformats.org/officeDocument/2006/relationships/tags" Target="../tags/tag470.xml"/><Relationship Id="rId37" Type="http://schemas.openxmlformats.org/officeDocument/2006/relationships/tags" Target="../tags/tag475.xml"/><Relationship Id="rId40" Type="http://schemas.openxmlformats.org/officeDocument/2006/relationships/tags" Target="../tags/tag478.xml"/><Relationship Id="rId45" Type="http://schemas.openxmlformats.org/officeDocument/2006/relationships/image" Target="../media/image16.png"/><Relationship Id="rId53" Type="http://schemas.openxmlformats.org/officeDocument/2006/relationships/image" Target="../media/image6.png"/><Relationship Id="rId58" Type="http://schemas.openxmlformats.org/officeDocument/2006/relationships/image" Target="../media/image12.jpeg"/><Relationship Id="rId5" Type="http://schemas.openxmlformats.org/officeDocument/2006/relationships/tags" Target="../tags/tag443.xml"/><Relationship Id="rId61" Type="http://schemas.openxmlformats.org/officeDocument/2006/relationships/image" Target="../media/image22.png"/><Relationship Id="rId19" Type="http://schemas.openxmlformats.org/officeDocument/2006/relationships/tags" Target="../tags/tag457.xml"/><Relationship Id="rId14" Type="http://schemas.openxmlformats.org/officeDocument/2006/relationships/tags" Target="../tags/tag452.xml"/><Relationship Id="rId22" Type="http://schemas.openxmlformats.org/officeDocument/2006/relationships/tags" Target="../tags/tag460.xml"/><Relationship Id="rId27" Type="http://schemas.openxmlformats.org/officeDocument/2006/relationships/tags" Target="../tags/tag465.xml"/><Relationship Id="rId30" Type="http://schemas.openxmlformats.org/officeDocument/2006/relationships/tags" Target="../tags/tag468.xml"/><Relationship Id="rId35" Type="http://schemas.openxmlformats.org/officeDocument/2006/relationships/tags" Target="../tags/tag473.xml"/><Relationship Id="rId43" Type="http://schemas.openxmlformats.org/officeDocument/2006/relationships/image" Target="../media/image9.png"/><Relationship Id="rId48" Type="http://schemas.openxmlformats.org/officeDocument/2006/relationships/image" Target="../media/image25.png"/><Relationship Id="rId56" Type="http://schemas.openxmlformats.org/officeDocument/2006/relationships/image" Target="../media/image8.png"/><Relationship Id="rId64" Type="http://schemas.openxmlformats.org/officeDocument/2006/relationships/image" Target="../media/image27.png"/><Relationship Id="rId8" Type="http://schemas.openxmlformats.org/officeDocument/2006/relationships/tags" Target="../tags/tag446.xml"/><Relationship Id="rId51" Type="http://schemas.openxmlformats.org/officeDocument/2006/relationships/image" Target="../media/image21.png"/><Relationship Id="rId3" Type="http://schemas.openxmlformats.org/officeDocument/2006/relationships/tags" Target="../tags/tag441.xml"/><Relationship Id="rId12" Type="http://schemas.openxmlformats.org/officeDocument/2006/relationships/tags" Target="../tags/tag450.xml"/><Relationship Id="rId17" Type="http://schemas.openxmlformats.org/officeDocument/2006/relationships/tags" Target="../tags/tag455.xml"/><Relationship Id="rId25" Type="http://schemas.openxmlformats.org/officeDocument/2006/relationships/tags" Target="../tags/tag463.xml"/><Relationship Id="rId33" Type="http://schemas.openxmlformats.org/officeDocument/2006/relationships/tags" Target="../tags/tag471.xml"/><Relationship Id="rId38" Type="http://schemas.openxmlformats.org/officeDocument/2006/relationships/tags" Target="../tags/tag476.xml"/><Relationship Id="rId46" Type="http://schemas.openxmlformats.org/officeDocument/2006/relationships/image" Target="../media/image17.png"/><Relationship Id="rId59" Type="http://schemas.openxmlformats.org/officeDocument/2006/relationships/image" Target="../media/image11.png"/><Relationship Id="rId20" Type="http://schemas.openxmlformats.org/officeDocument/2006/relationships/tags" Target="../tags/tag458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7.png"/><Relationship Id="rId62" Type="http://schemas.openxmlformats.org/officeDocument/2006/relationships/image" Target="../media/image24.jpeg"/><Relationship Id="rId1" Type="http://schemas.openxmlformats.org/officeDocument/2006/relationships/tags" Target="../tags/tag439.xml"/><Relationship Id="rId6" Type="http://schemas.openxmlformats.org/officeDocument/2006/relationships/tags" Target="../tags/tag444.xml"/><Relationship Id="rId15" Type="http://schemas.openxmlformats.org/officeDocument/2006/relationships/tags" Target="../tags/tag453.xml"/><Relationship Id="rId23" Type="http://schemas.openxmlformats.org/officeDocument/2006/relationships/tags" Target="../tags/tag461.xml"/><Relationship Id="rId28" Type="http://schemas.openxmlformats.org/officeDocument/2006/relationships/tags" Target="../tags/tag466.xml"/><Relationship Id="rId36" Type="http://schemas.openxmlformats.org/officeDocument/2006/relationships/tags" Target="../tags/tag474.xml"/><Relationship Id="rId49" Type="http://schemas.openxmlformats.org/officeDocument/2006/relationships/image" Target="../media/image29.svg"/><Relationship Id="rId57" Type="http://schemas.openxmlformats.org/officeDocument/2006/relationships/image" Target="../media/image4.png"/><Relationship Id="rId10" Type="http://schemas.openxmlformats.org/officeDocument/2006/relationships/tags" Target="../tags/tag448.xml"/><Relationship Id="rId31" Type="http://schemas.openxmlformats.org/officeDocument/2006/relationships/tags" Target="../tags/tag469.xml"/><Relationship Id="rId44" Type="http://schemas.openxmlformats.org/officeDocument/2006/relationships/image" Target="../media/image15.png"/><Relationship Id="rId52" Type="http://schemas.microsoft.com/office/2007/relationships/hdphoto" Target="../media/hdphoto2.wdp"/><Relationship Id="rId60" Type="http://schemas.openxmlformats.org/officeDocument/2006/relationships/image" Target="../media/image14.jpeg"/><Relationship Id="rId65" Type="http://schemas.microsoft.com/office/2007/relationships/hdphoto" Target="../media/hdphoto3.wdp"/><Relationship Id="rId4" Type="http://schemas.openxmlformats.org/officeDocument/2006/relationships/tags" Target="../tags/tag442.xml"/><Relationship Id="rId9" Type="http://schemas.openxmlformats.org/officeDocument/2006/relationships/tags" Target="../tags/tag447.xml"/><Relationship Id="rId13" Type="http://schemas.openxmlformats.org/officeDocument/2006/relationships/tags" Target="../tags/tag451.xml"/><Relationship Id="rId18" Type="http://schemas.openxmlformats.org/officeDocument/2006/relationships/tags" Target="../tags/tag456.xml"/><Relationship Id="rId39" Type="http://schemas.openxmlformats.org/officeDocument/2006/relationships/tags" Target="../tags/tag47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504.xml"/><Relationship Id="rId21" Type="http://schemas.openxmlformats.org/officeDocument/2006/relationships/tags" Target="../tags/tag499.xml"/><Relationship Id="rId34" Type="http://schemas.openxmlformats.org/officeDocument/2006/relationships/tags" Target="../tags/tag512.xml"/><Relationship Id="rId42" Type="http://schemas.openxmlformats.org/officeDocument/2006/relationships/notesSlide" Target="../notesSlides/notesSlide7.xml"/><Relationship Id="rId47" Type="http://schemas.microsoft.com/office/2007/relationships/hdphoto" Target="../media/hdphoto1.wdp"/><Relationship Id="rId50" Type="http://schemas.openxmlformats.org/officeDocument/2006/relationships/image" Target="../media/image20.png"/><Relationship Id="rId55" Type="http://schemas.openxmlformats.org/officeDocument/2006/relationships/image" Target="../media/image13.png"/><Relationship Id="rId63" Type="http://schemas.openxmlformats.org/officeDocument/2006/relationships/image" Target="../media/image23.png"/><Relationship Id="rId7" Type="http://schemas.openxmlformats.org/officeDocument/2006/relationships/tags" Target="../tags/tag485.xml"/><Relationship Id="rId2" Type="http://schemas.openxmlformats.org/officeDocument/2006/relationships/tags" Target="../tags/tag480.xml"/><Relationship Id="rId16" Type="http://schemas.openxmlformats.org/officeDocument/2006/relationships/tags" Target="../tags/tag494.xml"/><Relationship Id="rId29" Type="http://schemas.openxmlformats.org/officeDocument/2006/relationships/tags" Target="../tags/tag507.xml"/><Relationship Id="rId11" Type="http://schemas.openxmlformats.org/officeDocument/2006/relationships/tags" Target="../tags/tag489.xml"/><Relationship Id="rId24" Type="http://schemas.openxmlformats.org/officeDocument/2006/relationships/tags" Target="../tags/tag502.xml"/><Relationship Id="rId32" Type="http://schemas.openxmlformats.org/officeDocument/2006/relationships/tags" Target="../tags/tag510.xml"/><Relationship Id="rId37" Type="http://schemas.openxmlformats.org/officeDocument/2006/relationships/tags" Target="../tags/tag515.xml"/><Relationship Id="rId40" Type="http://schemas.openxmlformats.org/officeDocument/2006/relationships/tags" Target="../tags/tag518.xml"/><Relationship Id="rId45" Type="http://schemas.openxmlformats.org/officeDocument/2006/relationships/image" Target="../media/image16.png"/><Relationship Id="rId53" Type="http://schemas.openxmlformats.org/officeDocument/2006/relationships/image" Target="../media/image6.png"/><Relationship Id="rId58" Type="http://schemas.openxmlformats.org/officeDocument/2006/relationships/image" Target="../media/image12.jpeg"/><Relationship Id="rId5" Type="http://schemas.openxmlformats.org/officeDocument/2006/relationships/tags" Target="../tags/tag483.xml"/><Relationship Id="rId61" Type="http://schemas.openxmlformats.org/officeDocument/2006/relationships/image" Target="../media/image22.png"/><Relationship Id="rId19" Type="http://schemas.openxmlformats.org/officeDocument/2006/relationships/tags" Target="../tags/tag497.xml"/><Relationship Id="rId14" Type="http://schemas.openxmlformats.org/officeDocument/2006/relationships/tags" Target="../tags/tag492.xml"/><Relationship Id="rId22" Type="http://schemas.openxmlformats.org/officeDocument/2006/relationships/tags" Target="../tags/tag500.xml"/><Relationship Id="rId27" Type="http://schemas.openxmlformats.org/officeDocument/2006/relationships/tags" Target="../tags/tag505.xml"/><Relationship Id="rId30" Type="http://schemas.openxmlformats.org/officeDocument/2006/relationships/tags" Target="../tags/tag508.xml"/><Relationship Id="rId35" Type="http://schemas.openxmlformats.org/officeDocument/2006/relationships/tags" Target="../tags/tag513.xml"/><Relationship Id="rId43" Type="http://schemas.openxmlformats.org/officeDocument/2006/relationships/image" Target="../media/image9.png"/><Relationship Id="rId48" Type="http://schemas.openxmlformats.org/officeDocument/2006/relationships/image" Target="../media/image25.png"/><Relationship Id="rId56" Type="http://schemas.openxmlformats.org/officeDocument/2006/relationships/image" Target="../media/image8.png"/><Relationship Id="rId64" Type="http://schemas.openxmlformats.org/officeDocument/2006/relationships/image" Target="../media/image27.png"/><Relationship Id="rId8" Type="http://schemas.openxmlformats.org/officeDocument/2006/relationships/tags" Target="../tags/tag486.xml"/><Relationship Id="rId51" Type="http://schemas.openxmlformats.org/officeDocument/2006/relationships/image" Target="../media/image21.png"/><Relationship Id="rId3" Type="http://schemas.openxmlformats.org/officeDocument/2006/relationships/tags" Target="../tags/tag481.xml"/><Relationship Id="rId12" Type="http://schemas.openxmlformats.org/officeDocument/2006/relationships/tags" Target="../tags/tag490.xml"/><Relationship Id="rId17" Type="http://schemas.openxmlformats.org/officeDocument/2006/relationships/tags" Target="../tags/tag495.xml"/><Relationship Id="rId25" Type="http://schemas.openxmlformats.org/officeDocument/2006/relationships/tags" Target="../tags/tag503.xml"/><Relationship Id="rId33" Type="http://schemas.openxmlformats.org/officeDocument/2006/relationships/tags" Target="../tags/tag511.xml"/><Relationship Id="rId38" Type="http://schemas.openxmlformats.org/officeDocument/2006/relationships/tags" Target="../tags/tag516.xml"/><Relationship Id="rId46" Type="http://schemas.openxmlformats.org/officeDocument/2006/relationships/image" Target="../media/image17.png"/><Relationship Id="rId59" Type="http://schemas.openxmlformats.org/officeDocument/2006/relationships/image" Target="../media/image11.png"/><Relationship Id="rId20" Type="http://schemas.openxmlformats.org/officeDocument/2006/relationships/tags" Target="../tags/tag498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7.png"/><Relationship Id="rId62" Type="http://schemas.openxmlformats.org/officeDocument/2006/relationships/image" Target="../media/image24.jpeg"/><Relationship Id="rId1" Type="http://schemas.openxmlformats.org/officeDocument/2006/relationships/tags" Target="../tags/tag479.xml"/><Relationship Id="rId6" Type="http://schemas.openxmlformats.org/officeDocument/2006/relationships/tags" Target="../tags/tag484.xml"/><Relationship Id="rId15" Type="http://schemas.openxmlformats.org/officeDocument/2006/relationships/tags" Target="../tags/tag493.xml"/><Relationship Id="rId23" Type="http://schemas.openxmlformats.org/officeDocument/2006/relationships/tags" Target="../tags/tag501.xml"/><Relationship Id="rId28" Type="http://schemas.openxmlformats.org/officeDocument/2006/relationships/tags" Target="../tags/tag506.xml"/><Relationship Id="rId36" Type="http://schemas.openxmlformats.org/officeDocument/2006/relationships/tags" Target="../tags/tag514.xml"/><Relationship Id="rId49" Type="http://schemas.openxmlformats.org/officeDocument/2006/relationships/image" Target="../media/image29.svg"/><Relationship Id="rId57" Type="http://schemas.openxmlformats.org/officeDocument/2006/relationships/image" Target="../media/image4.png"/><Relationship Id="rId10" Type="http://schemas.openxmlformats.org/officeDocument/2006/relationships/tags" Target="../tags/tag488.xml"/><Relationship Id="rId31" Type="http://schemas.openxmlformats.org/officeDocument/2006/relationships/tags" Target="../tags/tag509.xml"/><Relationship Id="rId44" Type="http://schemas.openxmlformats.org/officeDocument/2006/relationships/image" Target="../media/image15.png"/><Relationship Id="rId52" Type="http://schemas.microsoft.com/office/2007/relationships/hdphoto" Target="../media/hdphoto2.wdp"/><Relationship Id="rId60" Type="http://schemas.openxmlformats.org/officeDocument/2006/relationships/image" Target="../media/image14.jpeg"/><Relationship Id="rId65" Type="http://schemas.microsoft.com/office/2007/relationships/hdphoto" Target="../media/hdphoto3.wdp"/><Relationship Id="rId4" Type="http://schemas.openxmlformats.org/officeDocument/2006/relationships/tags" Target="../tags/tag482.xml"/><Relationship Id="rId9" Type="http://schemas.openxmlformats.org/officeDocument/2006/relationships/tags" Target="../tags/tag487.xml"/><Relationship Id="rId13" Type="http://schemas.openxmlformats.org/officeDocument/2006/relationships/tags" Target="../tags/tag491.xml"/><Relationship Id="rId18" Type="http://schemas.openxmlformats.org/officeDocument/2006/relationships/tags" Target="../tags/tag496.xml"/><Relationship Id="rId39" Type="http://schemas.openxmlformats.org/officeDocument/2006/relationships/tags" Target="../tags/tag517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tags" Target="../tags/tag544.xml"/><Relationship Id="rId21" Type="http://schemas.openxmlformats.org/officeDocument/2006/relationships/tags" Target="../tags/tag539.xml"/><Relationship Id="rId34" Type="http://schemas.openxmlformats.org/officeDocument/2006/relationships/tags" Target="../tags/tag552.xml"/><Relationship Id="rId42" Type="http://schemas.openxmlformats.org/officeDocument/2006/relationships/notesSlide" Target="../notesSlides/notesSlide8.xml"/><Relationship Id="rId47" Type="http://schemas.openxmlformats.org/officeDocument/2006/relationships/image" Target="../media/image4.png"/><Relationship Id="rId50" Type="http://schemas.openxmlformats.org/officeDocument/2006/relationships/image" Target="../media/image22.png"/><Relationship Id="rId55" Type="http://schemas.openxmlformats.org/officeDocument/2006/relationships/image" Target="../media/image16.png"/><Relationship Id="rId63" Type="http://schemas.openxmlformats.org/officeDocument/2006/relationships/image" Target="../media/image27.png"/><Relationship Id="rId7" Type="http://schemas.openxmlformats.org/officeDocument/2006/relationships/tags" Target="../tags/tag525.xml"/><Relationship Id="rId2" Type="http://schemas.openxmlformats.org/officeDocument/2006/relationships/tags" Target="../tags/tag520.xml"/><Relationship Id="rId16" Type="http://schemas.openxmlformats.org/officeDocument/2006/relationships/tags" Target="../tags/tag534.xml"/><Relationship Id="rId29" Type="http://schemas.openxmlformats.org/officeDocument/2006/relationships/tags" Target="../tags/tag547.xml"/><Relationship Id="rId11" Type="http://schemas.openxmlformats.org/officeDocument/2006/relationships/tags" Target="../tags/tag529.xml"/><Relationship Id="rId24" Type="http://schemas.openxmlformats.org/officeDocument/2006/relationships/tags" Target="../tags/tag542.xml"/><Relationship Id="rId32" Type="http://schemas.openxmlformats.org/officeDocument/2006/relationships/tags" Target="../tags/tag550.xml"/><Relationship Id="rId37" Type="http://schemas.openxmlformats.org/officeDocument/2006/relationships/tags" Target="../tags/tag555.xml"/><Relationship Id="rId40" Type="http://schemas.openxmlformats.org/officeDocument/2006/relationships/tags" Target="../tags/tag558.xml"/><Relationship Id="rId45" Type="http://schemas.openxmlformats.org/officeDocument/2006/relationships/image" Target="../media/image7.png"/><Relationship Id="rId53" Type="http://schemas.openxmlformats.org/officeDocument/2006/relationships/image" Target="../media/image23.png"/><Relationship Id="rId58" Type="http://schemas.openxmlformats.org/officeDocument/2006/relationships/image" Target="../media/image25.png"/><Relationship Id="rId66" Type="http://schemas.openxmlformats.org/officeDocument/2006/relationships/image" Target="../media/image12.jpeg"/><Relationship Id="rId5" Type="http://schemas.openxmlformats.org/officeDocument/2006/relationships/tags" Target="../tags/tag523.xml"/><Relationship Id="rId61" Type="http://schemas.openxmlformats.org/officeDocument/2006/relationships/image" Target="../media/image21.png"/><Relationship Id="rId19" Type="http://schemas.openxmlformats.org/officeDocument/2006/relationships/tags" Target="../tags/tag537.xml"/><Relationship Id="rId14" Type="http://schemas.openxmlformats.org/officeDocument/2006/relationships/tags" Target="../tags/tag532.xml"/><Relationship Id="rId22" Type="http://schemas.openxmlformats.org/officeDocument/2006/relationships/tags" Target="../tags/tag540.xml"/><Relationship Id="rId27" Type="http://schemas.openxmlformats.org/officeDocument/2006/relationships/tags" Target="../tags/tag545.xml"/><Relationship Id="rId30" Type="http://schemas.openxmlformats.org/officeDocument/2006/relationships/tags" Target="../tags/tag548.xml"/><Relationship Id="rId35" Type="http://schemas.openxmlformats.org/officeDocument/2006/relationships/tags" Target="../tags/tag553.xml"/><Relationship Id="rId43" Type="http://schemas.openxmlformats.org/officeDocument/2006/relationships/image" Target="../media/image9.png"/><Relationship Id="rId48" Type="http://schemas.openxmlformats.org/officeDocument/2006/relationships/image" Target="../media/image14.jpeg"/><Relationship Id="rId56" Type="http://schemas.openxmlformats.org/officeDocument/2006/relationships/image" Target="../media/image17.png"/><Relationship Id="rId64" Type="http://schemas.microsoft.com/office/2007/relationships/hdphoto" Target="../media/hdphoto3.wdp"/><Relationship Id="rId8" Type="http://schemas.openxmlformats.org/officeDocument/2006/relationships/tags" Target="../tags/tag526.xml"/><Relationship Id="rId51" Type="http://schemas.openxmlformats.org/officeDocument/2006/relationships/image" Target="../media/image24.jpeg"/><Relationship Id="rId3" Type="http://schemas.openxmlformats.org/officeDocument/2006/relationships/tags" Target="../tags/tag521.xml"/><Relationship Id="rId12" Type="http://schemas.openxmlformats.org/officeDocument/2006/relationships/tags" Target="../tags/tag530.xml"/><Relationship Id="rId17" Type="http://schemas.openxmlformats.org/officeDocument/2006/relationships/tags" Target="../tags/tag535.xml"/><Relationship Id="rId25" Type="http://schemas.openxmlformats.org/officeDocument/2006/relationships/tags" Target="../tags/tag543.xml"/><Relationship Id="rId33" Type="http://schemas.openxmlformats.org/officeDocument/2006/relationships/tags" Target="../tags/tag551.xml"/><Relationship Id="rId38" Type="http://schemas.openxmlformats.org/officeDocument/2006/relationships/tags" Target="../tags/tag556.xml"/><Relationship Id="rId46" Type="http://schemas.openxmlformats.org/officeDocument/2006/relationships/image" Target="../media/image13.png"/><Relationship Id="rId59" Type="http://schemas.openxmlformats.org/officeDocument/2006/relationships/image" Target="../media/image29.svg"/><Relationship Id="rId67" Type="http://schemas.openxmlformats.org/officeDocument/2006/relationships/image" Target="../media/image50.png"/><Relationship Id="rId20" Type="http://schemas.openxmlformats.org/officeDocument/2006/relationships/tags" Target="../tags/tag538.xml"/><Relationship Id="rId41" Type="http://schemas.openxmlformats.org/officeDocument/2006/relationships/slideLayout" Target="../slideLayouts/slideLayout12.xml"/><Relationship Id="rId54" Type="http://schemas.openxmlformats.org/officeDocument/2006/relationships/image" Target="../media/image15.png"/><Relationship Id="rId62" Type="http://schemas.microsoft.com/office/2007/relationships/hdphoto" Target="../media/hdphoto2.wdp"/><Relationship Id="rId1" Type="http://schemas.openxmlformats.org/officeDocument/2006/relationships/tags" Target="../tags/tag519.xml"/><Relationship Id="rId6" Type="http://schemas.openxmlformats.org/officeDocument/2006/relationships/tags" Target="../tags/tag524.xml"/><Relationship Id="rId15" Type="http://schemas.openxmlformats.org/officeDocument/2006/relationships/tags" Target="../tags/tag533.xml"/><Relationship Id="rId23" Type="http://schemas.openxmlformats.org/officeDocument/2006/relationships/tags" Target="../tags/tag541.xml"/><Relationship Id="rId28" Type="http://schemas.openxmlformats.org/officeDocument/2006/relationships/tags" Target="../tags/tag546.xml"/><Relationship Id="rId36" Type="http://schemas.openxmlformats.org/officeDocument/2006/relationships/tags" Target="../tags/tag554.xml"/><Relationship Id="rId49" Type="http://schemas.openxmlformats.org/officeDocument/2006/relationships/image" Target="../media/image11.png"/><Relationship Id="rId57" Type="http://schemas.microsoft.com/office/2007/relationships/hdphoto" Target="../media/hdphoto1.wdp"/><Relationship Id="rId10" Type="http://schemas.openxmlformats.org/officeDocument/2006/relationships/tags" Target="../tags/tag528.xml"/><Relationship Id="rId31" Type="http://schemas.openxmlformats.org/officeDocument/2006/relationships/tags" Target="../tags/tag549.xml"/><Relationship Id="rId44" Type="http://schemas.openxmlformats.org/officeDocument/2006/relationships/image" Target="../media/image6.png"/><Relationship Id="rId52" Type="http://schemas.openxmlformats.org/officeDocument/2006/relationships/image" Target="../media/image8.png"/><Relationship Id="rId60" Type="http://schemas.openxmlformats.org/officeDocument/2006/relationships/image" Target="../media/image20.png"/><Relationship Id="rId65" Type="http://schemas.openxmlformats.org/officeDocument/2006/relationships/image" Target="../media/image30.png"/><Relationship Id="rId4" Type="http://schemas.openxmlformats.org/officeDocument/2006/relationships/tags" Target="../tags/tag522.xml"/><Relationship Id="rId9" Type="http://schemas.openxmlformats.org/officeDocument/2006/relationships/tags" Target="../tags/tag527.xml"/><Relationship Id="rId13" Type="http://schemas.openxmlformats.org/officeDocument/2006/relationships/tags" Target="../tags/tag531.xml"/><Relationship Id="rId18" Type="http://schemas.openxmlformats.org/officeDocument/2006/relationships/tags" Target="../tags/tag536.xml"/><Relationship Id="rId39" Type="http://schemas.openxmlformats.org/officeDocument/2006/relationships/tags" Target="../tags/tag557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tags" Target="../tags/tag584.xml"/><Relationship Id="rId21" Type="http://schemas.openxmlformats.org/officeDocument/2006/relationships/tags" Target="../tags/tag579.xml"/><Relationship Id="rId42" Type="http://schemas.openxmlformats.org/officeDocument/2006/relationships/tags" Target="../tags/tag600.xml"/><Relationship Id="rId47" Type="http://schemas.openxmlformats.org/officeDocument/2006/relationships/slideLayout" Target="../slideLayouts/slideLayout12.xml"/><Relationship Id="rId63" Type="http://schemas.openxmlformats.org/officeDocument/2006/relationships/image" Target="../media/image4.png"/><Relationship Id="rId68" Type="http://schemas.openxmlformats.org/officeDocument/2006/relationships/image" Target="../media/image24.jpeg"/><Relationship Id="rId7" Type="http://schemas.openxmlformats.org/officeDocument/2006/relationships/tags" Target="../tags/tag565.xml"/><Relationship Id="rId71" Type="http://schemas.microsoft.com/office/2007/relationships/hdphoto" Target="../media/hdphoto3.wdp"/><Relationship Id="rId2" Type="http://schemas.openxmlformats.org/officeDocument/2006/relationships/tags" Target="../tags/tag560.xml"/><Relationship Id="rId16" Type="http://schemas.openxmlformats.org/officeDocument/2006/relationships/tags" Target="../tags/tag574.xml"/><Relationship Id="rId29" Type="http://schemas.openxmlformats.org/officeDocument/2006/relationships/tags" Target="../tags/tag587.xml"/><Relationship Id="rId11" Type="http://schemas.openxmlformats.org/officeDocument/2006/relationships/tags" Target="../tags/tag569.xml"/><Relationship Id="rId24" Type="http://schemas.openxmlformats.org/officeDocument/2006/relationships/tags" Target="../tags/tag582.xml"/><Relationship Id="rId32" Type="http://schemas.openxmlformats.org/officeDocument/2006/relationships/tags" Target="../tags/tag590.xml"/><Relationship Id="rId37" Type="http://schemas.openxmlformats.org/officeDocument/2006/relationships/tags" Target="../tags/tag595.xml"/><Relationship Id="rId40" Type="http://schemas.openxmlformats.org/officeDocument/2006/relationships/tags" Target="../tags/tag598.xml"/><Relationship Id="rId45" Type="http://schemas.openxmlformats.org/officeDocument/2006/relationships/tags" Target="../tags/tag603.xml"/><Relationship Id="rId53" Type="http://schemas.microsoft.com/office/2007/relationships/hdphoto" Target="../media/hdphoto1.wdp"/><Relationship Id="rId58" Type="http://schemas.microsoft.com/office/2007/relationships/hdphoto" Target="../media/hdphoto2.wdp"/><Relationship Id="rId66" Type="http://schemas.openxmlformats.org/officeDocument/2006/relationships/image" Target="../media/image14.jpeg"/><Relationship Id="rId5" Type="http://schemas.openxmlformats.org/officeDocument/2006/relationships/tags" Target="../tags/tag563.xml"/><Relationship Id="rId61" Type="http://schemas.openxmlformats.org/officeDocument/2006/relationships/image" Target="../media/image13.png"/><Relationship Id="rId19" Type="http://schemas.openxmlformats.org/officeDocument/2006/relationships/tags" Target="../tags/tag577.xml"/><Relationship Id="rId14" Type="http://schemas.openxmlformats.org/officeDocument/2006/relationships/tags" Target="../tags/tag572.xml"/><Relationship Id="rId22" Type="http://schemas.openxmlformats.org/officeDocument/2006/relationships/tags" Target="../tags/tag580.xml"/><Relationship Id="rId27" Type="http://schemas.openxmlformats.org/officeDocument/2006/relationships/tags" Target="../tags/tag585.xml"/><Relationship Id="rId30" Type="http://schemas.openxmlformats.org/officeDocument/2006/relationships/tags" Target="../tags/tag588.xml"/><Relationship Id="rId35" Type="http://schemas.openxmlformats.org/officeDocument/2006/relationships/tags" Target="../tags/tag593.xml"/><Relationship Id="rId43" Type="http://schemas.openxmlformats.org/officeDocument/2006/relationships/tags" Target="../tags/tag601.xml"/><Relationship Id="rId48" Type="http://schemas.openxmlformats.org/officeDocument/2006/relationships/notesSlide" Target="../notesSlides/notesSlide9.xml"/><Relationship Id="rId56" Type="http://schemas.openxmlformats.org/officeDocument/2006/relationships/image" Target="../media/image20.png"/><Relationship Id="rId64" Type="http://schemas.openxmlformats.org/officeDocument/2006/relationships/image" Target="../media/image12.jpeg"/><Relationship Id="rId69" Type="http://schemas.openxmlformats.org/officeDocument/2006/relationships/image" Target="../media/image23.png"/><Relationship Id="rId8" Type="http://schemas.openxmlformats.org/officeDocument/2006/relationships/tags" Target="../tags/tag566.xml"/><Relationship Id="rId51" Type="http://schemas.openxmlformats.org/officeDocument/2006/relationships/image" Target="../media/image16.png"/><Relationship Id="rId72" Type="http://schemas.openxmlformats.org/officeDocument/2006/relationships/image" Target="../media/image30.png"/><Relationship Id="rId3" Type="http://schemas.openxmlformats.org/officeDocument/2006/relationships/tags" Target="../tags/tag561.xml"/><Relationship Id="rId12" Type="http://schemas.openxmlformats.org/officeDocument/2006/relationships/tags" Target="../tags/tag570.xml"/><Relationship Id="rId17" Type="http://schemas.openxmlformats.org/officeDocument/2006/relationships/tags" Target="../tags/tag575.xml"/><Relationship Id="rId25" Type="http://schemas.openxmlformats.org/officeDocument/2006/relationships/tags" Target="../tags/tag583.xml"/><Relationship Id="rId33" Type="http://schemas.openxmlformats.org/officeDocument/2006/relationships/tags" Target="../tags/tag591.xml"/><Relationship Id="rId38" Type="http://schemas.openxmlformats.org/officeDocument/2006/relationships/tags" Target="../tags/tag596.xml"/><Relationship Id="rId46" Type="http://schemas.openxmlformats.org/officeDocument/2006/relationships/tags" Target="../tags/tag604.xml"/><Relationship Id="rId59" Type="http://schemas.openxmlformats.org/officeDocument/2006/relationships/image" Target="../media/image6.png"/><Relationship Id="rId67" Type="http://schemas.openxmlformats.org/officeDocument/2006/relationships/image" Target="../media/image22.png"/><Relationship Id="rId20" Type="http://schemas.openxmlformats.org/officeDocument/2006/relationships/tags" Target="../tags/tag578.xml"/><Relationship Id="rId41" Type="http://schemas.openxmlformats.org/officeDocument/2006/relationships/tags" Target="../tags/tag599.xml"/><Relationship Id="rId54" Type="http://schemas.openxmlformats.org/officeDocument/2006/relationships/image" Target="../media/image25.png"/><Relationship Id="rId62" Type="http://schemas.openxmlformats.org/officeDocument/2006/relationships/image" Target="../media/image8.png"/><Relationship Id="rId70" Type="http://schemas.openxmlformats.org/officeDocument/2006/relationships/image" Target="../media/image27.png"/><Relationship Id="rId1" Type="http://schemas.openxmlformats.org/officeDocument/2006/relationships/tags" Target="../tags/tag559.xml"/><Relationship Id="rId6" Type="http://schemas.openxmlformats.org/officeDocument/2006/relationships/tags" Target="../tags/tag564.xml"/><Relationship Id="rId15" Type="http://schemas.openxmlformats.org/officeDocument/2006/relationships/tags" Target="../tags/tag573.xml"/><Relationship Id="rId23" Type="http://schemas.openxmlformats.org/officeDocument/2006/relationships/tags" Target="../tags/tag581.xml"/><Relationship Id="rId28" Type="http://schemas.openxmlformats.org/officeDocument/2006/relationships/tags" Target="../tags/tag586.xml"/><Relationship Id="rId36" Type="http://schemas.openxmlformats.org/officeDocument/2006/relationships/tags" Target="../tags/tag594.xml"/><Relationship Id="rId49" Type="http://schemas.openxmlformats.org/officeDocument/2006/relationships/image" Target="../media/image9.png"/><Relationship Id="rId57" Type="http://schemas.openxmlformats.org/officeDocument/2006/relationships/image" Target="../media/image21.png"/><Relationship Id="rId10" Type="http://schemas.openxmlformats.org/officeDocument/2006/relationships/tags" Target="../tags/tag568.xml"/><Relationship Id="rId31" Type="http://schemas.openxmlformats.org/officeDocument/2006/relationships/tags" Target="../tags/tag589.xml"/><Relationship Id="rId44" Type="http://schemas.openxmlformats.org/officeDocument/2006/relationships/tags" Target="../tags/tag602.xml"/><Relationship Id="rId52" Type="http://schemas.openxmlformats.org/officeDocument/2006/relationships/image" Target="../media/image17.png"/><Relationship Id="rId60" Type="http://schemas.openxmlformats.org/officeDocument/2006/relationships/image" Target="../media/image7.png"/><Relationship Id="rId65" Type="http://schemas.openxmlformats.org/officeDocument/2006/relationships/image" Target="../media/image11.png"/><Relationship Id="rId4" Type="http://schemas.openxmlformats.org/officeDocument/2006/relationships/tags" Target="../tags/tag562.xml"/><Relationship Id="rId9" Type="http://schemas.openxmlformats.org/officeDocument/2006/relationships/tags" Target="../tags/tag567.xml"/><Relationship Id="rId13" Type="http://schemas.openxmlformats.org/officeDocument/2006/relationships/tags" Target="../tags/tag571.xml"/><Relationship Id="rId18" Type="http://schemas.openxmlformats.org/officeDocument/2006/relationships/tags" Target="../tags/tag576.xml"/><Relationship Id="rId39" Type="http://schemas.openxmlformats.org/officeDocument/2006/relationships/tags" Target="../tags/tag597.xml"/><Relationship Id="rId34" Type="http://schemas.openxmlformats.org/officeDocument/2006/relationships/tags" Target="../tags/tag592.xml"/><Relationship Id="rId50" Type="http://schemas.openxmlformats.org/officeDocument/2006/relationships/image" Target="../media/image15.png"/><Relationship Id="rId55" Type="http://schemas.openxmlformats.org/officeDocument/2006/relationships/image" Target="../media/image29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7.png"/><Relationship Id="rId3" Type="http://schemas.openxmlformats.org/officeDocument/2006/relationships/image" Target="../media/image33.png"/><Relationship Id="rId7" Type="http://schemas.openxmlformats.org/officeDocument/2006/relationships/image" Target="../media/image43.png"/><Relationship Id="rId12" Type="http://schemas.openxmlformats.org/officeDocument/2006/relationships/image" Target="../media/image37.png"/><Relationship Id="rId17" Type="http://schemas.openxmlformats.org/officeDocument/2006/relationships/image" Target="../media/image48.png"/><Relationship Id="rId2" Type="http://schemas.openxmlformats.org/officeDocument/2006/relationships/image" Target="../media/image41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36.png"/><Relationship Id="rId5" Type="http://schemas.openxmlformats.org/officeDocument/2006/relationships/image" Target="../media/image35.png"/><Relationship Id="rId15" Type="http://schemas.openxmlformats.org/officeDocument/2006/relationships/image" Target="../media/image39.png"/><Relationship Id="rId10" Type="http://schemas.openxmlformats.org/officeDocument/2006/relationships/image" Target="../media/image46.png"/><Relationship Id="rId4" Type="http://schemas.openxmlformats.org/officeDocument/2006/relationships/image" Target="../media/image34.png"/><Relationship Id="rId9" Type="http://schemas.openxmlformats.org/officeDocument/2006/relationships/image" Target="../media/image45.png"/><Relationship Id="rId1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17" Type="http://schemas.openxmlformats.org/officeDocument/2006/relationships/image" Target="../media/image49.png"/><Relationship Id="rId2" Type="http://schemas.openxmlformats.org/officeDocument/2006/relationships/image" Target="../media/image33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37.png"/><Relationship Id="rId5" Type="http://schemas.openxmlformats.org/officeDocument/2006/relationships/image" Target="../media/image42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6.png"/><Relationship Id="rId1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1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46.png"/><Relationship Id="rId5" Type="http://schemas.openxmlformats.org/officeDocument/2006/relationships/image" Target="../media/image22.png"/><Relationship Id="rId10" Type="http://schemas.openxmlformats.org/officeDocument/2006/relationships/image" Target="../media/image45.png"/><Relationship Id="rId4" Type="http://schemas.openxmlformats.org/officeDocument/2006/relationships/image" Target="../media/image14.jpeg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612.xml"/><Relationship Id="rId13" Type="http://schemas.openxmlformats.org/officeDocument/2006/relationships/tags" Target="../tags/tag617.xml"/><Relationship Id="rId18" Type="http://schemas.openxmlformats.org/officeDocument/2006/relationships/tags" Target="../tags/tag622.xml"/><Relationship Id="rId26" Type="http://schemas.openxmlformats.org/officeDocument/2006/relationships/image" Target="../media/image7.png"/><Relationship Id="rId3" Type="http://schemas.openxmlformats.org/officeDocument/2006/relationships/tags" Target="../tags/tag607.xml"/><Relationship Id="rId21" Type="http://schemas.openxmlformats.org/officeDocument/2006/relationships/notesSlide" Target="../notesSlides/notesSlide10.xml"/><Relationship Id="rId7" Type="http://schemas.openxmlformats.org/officeDocument/2006/relationships/tags" Target="../tags/tag611.xml"/><Relationship Id="rId12" Type="http://schemas.openxmlformats.org/officeDocument/2006/relationships/tags" Target="../tags/tag616.xml"/><Relationship Id="rId17" Type="http://schemas.openxmlformats.org/officeDocument/2006/relationships/tags" Target="../tags/tag621.xml"/><Relationship Id="rId25" Type="http://schemas.openxmlformats.org/officeDocument/2006/relationships/image" Target="../media/image50.png"/><Relationship Id="rId2" Type="http://schemas.openxmlformats.org/officeDocument/2006/relationships/tags" Target="../tags/tag606.xml"/><Relationship Id="rId16" Type="http://schemas.openxmlformats.org/officeDocument/2006/relationships/tags" Target="../tags/tag620.xml"/><Relationship Id="rId20" Type="http://schemas.openxmlformats.org/officeDocument/2006/relationships/slideLayout" Target="../slideLayouts/slideLayout12.xml"/><Relationship Id="rId29" Type="http://schemas.openxmlformats.org/officeDocument/2006/relationships/image" Target="../media/image58.jpeg"/><Relationship Id="rId1" Type="http://schemas.openxmlformats.org/officeDocument/2006/relationships/tags" Target="../tags/tag605.xml"/><Relationship Id="rId6" Type="http://schemas.openxmlformats.org/officeDocument/2006/relationships/tags" Target="../tags/tag610.xml"/><Relationship Id="rId11" Type="http://schemas.openxmlformats.org/officeDocument/2006/relationships/tags" Target="../tags/tag615.xml"/><Relationship Id="rId24" Type="http://schemas.openxmlformats.org/officeDocument/2006/relationships/image" Target="../media/image4.png"/><Relationship Id="rId5" Type="http://schemas.openxmlformats.org/officeDocument/2006/relationships/tags" Target="../tags/tag609.xml"/><Relationship Id="rId15" Type="http://schemas.openxmlformats.org/officeDocument/2006/relationships/tags" Target="../tags/tag619.xml"/><Relationship Id="rId23" Type="http://schemas.openxmlformats.org/officeDocument/2006/relationships/image" Target="../media/image24.jpeg"/><Relationship Id="rId28" Type="http://schemas.openxmlformats.org/officeDocument/2006/relationships/image" Target="../media/image57.svg"/><Relationship Id="rId10" Type="http://schemas.openxmlformats.org/officeDocument/2006/relationships/tags" Target="../tags/tag614.xml"/><Relationship Id="rId19" Type="http://schemas.openxmlformats.org/officeDocument/2006/relationships/tags" Target="../tags/tag623.xml"/><Relationship Id="rId4" Type="http://schemas.openxmlformats.org/officeDocument/2006/relationships/tags" Target="../tags/tag608.xml"/><Relationship Id="rId9" Type="http://schemas.openxmlformats.org/officeDocument/2006/relationships/tags" Target="../tags/tag613.xml"/><Relationship Id="rId14" Type="http://schemas.openxmlformats.org/officeDocument/2006/relationships/tags" Target="../tags/tag618.xml"/><Relationship Id="rId22" Type="http://schemas.openxmlformats.org/officeDocument/2006/relationships/image" Target="../media/image9.png"/><Relationship Id="rId27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631.xml"/><Relationship Id="rId13" Type="http://schemas.openxmlformats.org/officeDocument/2006/relationships/tags" Target="../tags/tag636.xml"/><Relationship Id="rId18" Type="http://schemas.openxmlformats.org/officeDocument/2006/relationships/image" Target="../media/image59.png"/><Relationship Id="rId26" Type="http://schemas.openxmlformats.org/officeDocument/2006/relationships/image" Target="../media/image58.jpeg"/><Relationship Id="rId3" Type="http://schemas.openxmlformats.org/officeDocument/2006/relationships/tags" Target="../tags/tag626.xml"/><Relationship Id="rId21" Type="http://schemas.openxmlformats.org/officeDocument/2006/relationships/image" Target="../media/image14.jpeg"/><Relationship Id="rId7" Type="http://schemas.openxmlformats.org/officeDocument/2006/relationships/tags" Target="../tags/tag630.xml"/><Relationship Id="rId12" Type="http://schemas.openxmlformats.org/officeDocument/2006/relationships/tags" Target="../tags/tag635.xml"/><Relationship Id="rId17" Type="http://schemas.openxmlformats.org/officeDocument/2006/relationships/slideLayout" Target="../slideLayouts/slideLayout4.xml"/><Relationship Id="rId25" Type="http://schemas.openxmlformats.org/officeDocument/2006/relationships/image" Target="../media/image22.png"/><Relationship Id="rId2" Type="http://schemas.openxmlformats.org/officeDocument/2006/relationships/tags" Target="../tags/tag625.xml"/><Relationship Id="rId16" Type="http://schemas.openxmlformats.org/officeDocument/2006/relationships/tags" Target="../tags/tag639.xml"/><Relationship Id="rId20" Type="http://schemas.openxmlformats.org/officeDocument/2006/relationships/image" Target="../media/image50.png"/><Relationship Id="rId1" Type="http://schemas.openxmlformats.org/officeDocument/2006/relationships/tags" Target="../tags/tag624.xml"/><Relationship Id="rId6" Type="http://schemas.openxmlformats.org/officeDocument/2006/relationships/tags" Target="../tags/tag629.xml"/><Relationship Id="rId11" Type="http://schemas.openxmlformats.org/officeDocument/2006/relationships/tags" Target="../tags/tag634.xml"/><Relationship Id="rId24" Type="http://schemas.openxmlformats.org/officeDocument/2006/relationships/image" Target="../media/image11.png"/><Relationship Id="rId5" Type="http://schemas.openxmlformats.org/officeDocument/2006/relationships/tags" Target="../tags/tag628.xml"/><Relationship Id="rId15" Type="http://schemas.openxmlformats.org/officeDocument/2006/relationships/tags" Target="../tags/tag638.xml"/><Relationship Id="rId23" Type="http://schemas.openxmlformats.org/officeDocument/2006/relationships/image" Target="../media/image7.png"/><Relationship Id="rId28" Type="http://schemas.openxmlformats.org/officeDocument/2006/relationships/image" Target="../media/image57.svg"/><Relationship Id="rId10" Type="http://schemas.openxmlformats.org/officeDocument/2006/relationships/tags" Target="../tags/tag633.xml"/><Relationship Id="rId19" Type="http://schemas.openxmlformats.org/officeDocument/2006/relationships/image" Target="../media/image4.png"/><Relationship Id="rId4" Type="http://schemas.openxmlformats.org/officeDocument/2006/relationships/tags" Target="../tags/tag627.xml"/><Relationship Id="rId9" Type="http://schemas.openxmlformats.org/officeDocument/2006/relationships/tags" Target="../tags/tag632.xml"/><Relationship Id="rId14" Type="http://schemas.openxmlformats.org/officeDocument/2006/relationships/tags" Target="../tags/tag637.xml"/><Relationship Id="rId22" Type="http://schemas.openxmlformats.org/officeDocument/2006/relationships/image" Target="../media/image23.png"/><Relationship Id="rId27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647.xml"/><Relationship Id="rId13" Type="http://schemas.openxmlformats.org/officeDocument/2006/relationships/tags" Target="../tags/tag652.xml"/><Relationship Id="rId18" Type="http://schemas.openxmlformats.org/officeDocument/2006/relationships/image" Target="../media/image59.png"/><Relationship Id="rId26" Type="http://schemas.openxmlformats.org/officeDocument/2006/relationships/image" Target="../media/image58.jpeg"/><Relationship Id="rId3" Type="http://schemas.openxmlformats.org/officeDocument/2006/relationships/tags" Target="../tags/tag642.xml"/><Relationship Id="rId21" Type="http://schemas.openxmlformats.org/officeDocument/2006/relationships/image" Target="../media/image14.jpeg"/><Relationship Id="rId7" Type="http://schemas.openxmlformats.org/officeDocument/2006/relationships/tags" Target="../tags/tag646.xml"/><Relationship Id="rId12" Type="http://schemas.openxmlformats.org/officeDocument/2006/relationships/tags" Target="../tags/tag651.xml"/><Relationship Id="rId17" Type="http://schemas.openxmlformats.org/officeDocument/2006/relationships/slideLayout" Target="../slideLayouts/slideLayout4.xml"/><Relationship Id="rId25" Type="http://schemas.openxmlformats.org/officeDocument/2006/relationships/image" Target="../media/image22.png"/><Relationship Id="rId2" Type="http://schemas.openxmlformats.org/officeDocument/2006/relationships/tags" Target="../tags/tag641.xml"/><Relationship Id="rId16" Type="http://schemas.openxmlformats.org/officeDocument/2006/relationships/tags" Target="../tags/tag655.xml"/><Relationship Id="rId20" Type="http://schemas.openxmlformats.org/officeDocument/2006/relationships/image" Target="../media/image50.png"/><Relationship Id="rId1" Type="http://schemas.openxmlformats.org/officeDocument/2006/relationships/tags" Target="../tags/tag640.xml"/><Relationship Id="rId6" Type="http://schemas.openxmlformats.org/officeDocument/2006/relationships/tags" Target="../tags/tag645.xml"/><Relationship Id="rId11" Type="http://schemas.openxmlformats.org/officeDocument/2006/relationships/tags" Target="../tags/tag650.xml"/><Relationship Id="rId24" Type="http://schemas.openxmlformats.org/officeDocument/2006/relationships/image" Target="../media/image11.png"/><Relationship Id="rId5" Type="http://schemas.openxmlformats.org/officeDocument/2006/relationships/tags" Target="../tags/tag644.xml"/><Relationship Id="rId15" Type="http://schemas.openxmlformats.org/officeDocument/2006/relationships/tags" Target="../tags/tag654.xml"/><Relationship Id="rId23" Type="http://schemas.openxmlformats.org/officeDocument/2006/relationships/image" Target="../media/image7.png"/><Relationship Id="rId28" Type="http://schemas.openxmlformats.org/officeDocument/2006/relationships/image" Target="../media/image57.svg"/><Relationship Id="rId10" Type="http://schemas.openxmlformats.org/officeDocument/2006/relationships/tags" Target="../tags/tag649.xml"/><Relationship Id="rId19" Type="http://schemas.openxmlformats.org/officeDocument/2006/relationships/image" Target="../media/image4.png"/><Relationship Id="rId4" Type="http://schemas.openxmlformats.org/officeDocument/2006/relationships/tags" Target="../tags/tag643.xml"/><Relationship Id="rId9" Type="http://schemas.openxmlformats.org/officeDocument/2006/relationships/tags" Target="../tags/tag648.xml"/><Relationship Id="rId14" Type="http://schemas.openxmlformats.org/officeDocument/2006/relationships/tags" Target="../tags/tag653.xml"/><Relationship Id="rId22" Type="http://schemas.openxmlformats.org/officeDocument/2006/relationships/image" Target="../media/image23.png"/><Relationship Id="rId27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Content Placeholder 12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2258" y="11069984"/>
            <a:ext cx="2505673" cy="54869"/>
          </a:xfrm>
          <a:prstGeom prst="rect">
            <a:avLst/>
          </a:prstGeom>
        </p:spPr>
      </p:pic>
      <p:sp>
        <p:nvSpPr>
          <p:cNvPr id="125" name="Up Arrow 124"/>
          <p:cNvSpPr/>
          <p:nvPr/>
        </p:nvSpPr>
        <p:spPr>
          <a:xfrm>
            <a:off x="21345443" y="11975469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 rot="5400000">
            <a:off x="9301133" y="10973486"/>
            <a:ext cx="207750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>
                <a:solidFill>
                  <a:prstClr val="black"/>
                </a:solidFill>
                <a:latin typeface="Calibri" panose="020F0502020204030204"/>
              </a:rPr>
              <a:t>Distributed Databases 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13816290" y="11123282"/>
            <a:ext cx="8568066" cy="852186"/>
          </a:xfrm>
          <a:prstGeom prst="parallelogram">
            <a:avLst>
              <a:gd name="adj" fmla="val 78443"/>
            </a:avLst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Parallelogram 7"/>
          <p:cNvSpPr/>
          <p:nvPr/>
        </p:nvSpPr>
        <p:spPr>
          <a:xfrm>
            <a:off x="16285200" y="9225988"/>
            <a:ext cx="6200142" cy="671174"/>
          </a:xfrm>
          <a:prstGeom prst="parallelogram">
            <a:avLst>
              <a:gd name="adj" fmla="val 114139"/>
            </a:avLst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Picture 2" descr="InfluxDB – Logos Down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7063" y="11190926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14406009" y="11681558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6380471" y="10903208"/>
            <a:ext cx="2206443" cy="16673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99221" y="8164442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16408572" y="9697097"/>
            <a:ext cx="5392256" cy="164340"/>
          </a:xfrm>
          <a:prstGeom prst="parallelogram">
            <a:avLst>
              <a:gd name="adj" fmla="val 1202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398046" y="8841704"/>
            <a:ext cx="457461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Parallelogram 15"/>
          <p:cNvSpPr/>
          <p:nvPr/>
        </p:nvSpPr>
        <p:spPr>
          <a:xfrm>
            <a:off x="17910023" y="9299344"/>
            <a:ext cx="2044008" cy="360596"/>
          </a:xfrm>
          <a:prstGeom prst="parallelogram">
            <a:avLst>
              <a:gd name="adj" fmla="val 1202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731133" y="8487832"/>
            <a:ext cx="16702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Parallelogram 17"/>
          <p:cNvSpPr/>
          <p:nvPr/>
        </p:nvSpPr>
        <p:spPr>
          <a:xfrm>
            <a:off x="16629600" y="9304108"/>
            <a:ext cx="1682936" cy="360596"/>
          </a:xfrm>
          <a:prstGeom prst="parallelogram">
            <a:avLst>
              <a:gd name="adj" fmla="val 120295"/>
            </a:avLst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440434" y="8557369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Parallelogram 19"/>
          <p:cNvSpPr/>
          <p:nvPr/>
        </p:nvSpPr>
        <p:spPr>
          <a:xfrm>
            <a:off x="19559141" y="9296009"/>
            <a:ext cx="1867283" cy="360596"/>
          </a:xfrm>
          <a:prstGeom prst="parallelogram">
            <a:avLst>
              <a:gd name="adj" fmla="val 120295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319031" y="8479260"/>
            <a:ext cx="16702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Parallelogram 21"/>
          <p:cNvSpPr/>
          <p:nvPr/>
        </p:nvSpPr>
        <p:spPr>
          <a:xfrm>
            <a:off x="21031532" y="9286960"/>
            <a:ext cx="1219927" cy="360596"/>
          </a:xfrm>
          <a:prstGeom prst="parallelogram">
            <a:avLst>
              <a:gd name="adj" fmla="val 120295"/>
            </a:avLst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350641" y="8457351"/>
            <a:ext cx="16702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4" name="Picture 4" descr="GitHub - openfaas/faas: OpenFaaS - Serverless Functions Made Simp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8715" y="9648511"/>
            <a:ext cx="1274706" cy="29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8817941" y="12361664"/>
            <a:ext cx="2487964" cy="3429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19033" y="11389771"/>
            <a:ext cx="3373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96998" y="11418348"/>
            <a:ext cx="3545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Rx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4527477" y="12356543"/>
            <a:ext cx="213880" cy="47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1524548" y="12370361"/>
            <a:ext cx="204353" cy="953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riangle 40"/>
          <p:cNvSpPr/>
          <p:nvPr/>
        </p:nvSpPr>
        <p:spPr>
          <a:xfrm rot="5400000">
            <a:off x="20037392" y="12276996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5926988" y="11675366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7" name="Up Arrow 46"/>
          <p:cNvSpPr/>
          <p:nvPr/>
        </p:nvSpPr>
        <p:spPr>
          <a:xfrm>
            <a:off x="14815191" y="11955938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254206" y="9959043"/>
            <a:ext cx="1635526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Telemetry Streaming</a:t>
            </a:r>
          </a:p>
        </p:txBody>
      </p:sp>
      <p:pic>
        <p:nvPicPr>
          <p:cNvPr id="52" name="Picture 2" descr="InfluxDB – Logos Downloa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60" b="-8822"/>
          <a:stretch>
            <a:fillRect/>
          </a:stretch>
        </p:blipFill>
        <p:spPr bwMode="auto">
          <a:xfrm>
            <a:off x="16187549" y="11177586"/>
            <a:ext cx="358213" cy="31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nfluxDB – Logos Downloa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60" b="-8822"/>
          <a:stretch>
            <a:fillRect/>
          </a:stretch>
        </p:blipFill>
        <p:spPr bwMode="auto">
          <a:xfrm>
            <a:off x="18506887" y="11162342"/>
            <a:ext cx="346304" cy="30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Parallelogram 56"/>
          <p:cNvSpPr/>
          <p:nvPr/>
        </p:nvSpPr>
        <p:spPr>
          <a:xfrm>
            <a:off x="14198795" y="9230752"/>
            <a:ext cx="2754242" cy="671174"/>
          </a:xfrm>
          <a:prstGeom prst="parallelogram">
            <a:avLst>
              <a:gd name="adj" fmla="val 114139"/>
            </a:avLst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8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1916" y="9345079"/>
            <a:ext cx="407278" cy="35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/>
          <p:cNvSpPr txBox="1"/>
          <p:nvPr/>
        </p:nvSpPr>
        <p:spPr>
          <a:xfrm>
            <a:off x="11448173" y="8178254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60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9522" y="9326022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Up-Down Arrow 60"/>
          <p:cNvSpPr/>
          <p:nvPr/>
        </p:nvSpPr>
        <p:spPr>
          <a:xfrm>
            <a:off x="14789944" y="10692189"/>
            <a:ext cx="138141" cy="467773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3957663" y="10665358"/>
            <a:ext cx="3706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210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lang="en-GB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Parallelogram 62"/>
          <p:cNvSpPr/>
          <p:nvPr/>
        </p:nvSpPr>
        <p:spPr>
          <a:xfrm>
            <a:off x="13979677" y="10065314"/>
            <a:ext cx="6747465" cy="601628"/>
          </a:xfrm>
          <a:prstGeom prst="parallelogram">
            <a:avLst>
              <a:gd name="adj" fmla="val 120746"/>
            </a:avLst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8061719" y="10304824"/>
            <a:ext cx="1152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solidFill>
                  <a:prstClr val="black"/>
                </a:solidFill>
                <a:latin typeface="Calibri" panose="020F0502020204030204"/>
              </a:rPr>
              <a:t>Local Time Series Database 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172888" y="9316077"/>
            <a:ext cx="16426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pic>
        <p:nvPicPr>
          <p:cNvPr id="213" name="Picture 2" descr="InfluxDB – Logos Down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8893" y="10223461"/>
            <a:ext cx="1199920" cy="27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4" name="Up-Down Arrow 213"/>
          <p:cNvSpPr/>
          <p:nvPr/>
        </p:nvSpPr>
        <p:spPr>
          <a:xfrm>
            <a:off x="15724063" y="9836667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5" name="Up-Down Arrow 214"/>
          <p:cNvSpPr/>
          <p:nvPr/>
        </p:nvSpPr>
        <p:spPr>
          <a:xfrm>
            <a:off x="17271716" y="9856673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6" name="Up-Down Arrow 215"/>
          <p:cNvSpPr/>
          <p:nvPr/>
        </p:nvSpPr>
        <p:spPr>
          <a:xfrm>
            <a:off x="18819370" y="9876203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7" name="Left Brace 216"/>
          <p:cNvSpPr/>
          <p:nvPr/>
        </p:nvSpPr>
        <p:spPr>
          <a:xfrm>
            <a:off x="14092572" y="9253617"/>
            <a:ext cx="175296" cy="1396651"/>
          </a:xfrm>
          <a:prstGeom prst="leftBrace">
            <a:avLst>
              <a:gd name="adj1" fmla="val 52842"/>
              <a:gd name="adj2" fmla="val 4748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8" name="TextBox 217"/>
          <p:cNvSpPr txBox="1"/>
          <p:nvPr/>
        </p:nvSpPr>
        <p:spPr>
          <a:xfrm rot="5400000">
            <a:off x="9545457" y="8833061"/>
            <a:ext cx="16979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>
                <a:solidFill>
                  <a:prstClr val="black"/>
                </a:solidFill>
                <a:latin typeface="Calibri" panose="020F0502020204030204"/>
              </a:rPr>
              <a:t>Centralized Database and Applications </a:t>
            </a:r>
          </a:p>
        </p:txBody>
      </p:sp>
      <p:sp>
        <p:nvSpPr>
          <p:cNvPr id="219" name="Left Brace 218"/>
          <p:cNvSpPr/>
          <p:nvPr/>
        </p:nvSpPr>
        <p:spPr>
          <a:xfrm>
            <a:off x="14020641" y="11208547"/>
            <a:ext cx="195302" cy="912683"/>
          </a:xfrm>
          <a:prstGeom prst="leftBrace">
            <a:avLst>
              <a:gd name="adj1" fmla="val 52842"/>
              <a:gd name="adj2" fmla="val 4748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0" name="Up-Down Arrow 219"/>
          <p:cNvSpPr/>
          <p:nvPr/>
        </p:nvSpPr>
        <p:spPr>
          <a:xfrm>
            <a:off x="20367024" y="9851910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1" name="Parallelogram 220"/>
          <p:cNvSpPr/>
          <p:nvPr/>
        </p:nvSpPr>
        <p:spPr>
          <a:xfrm>
            <a:off x="20091692" y="10068174"/>
            <a:ext cx="2340296" cy="585431"/>
          </a:xfrm>
          <a:prstGeom prst="parallelogram">
            <a:avLst>
              <a:gd name="adj" fmla="val 119479"/>
            </a:avLst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17378742" y="9313215"/>
            <a:ext cx="164267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</a:p>
        </p:txBody>
      </p:sp>
      <p:sp>
        <p:nvSpPr>
          <p:cNvPr id="223" name="Up-Down Arrow 222"/>
          <p:cNvSpPr/>
          <p:nvPr/>
        </p:nvSpPr>
        <p:spPr>
          <a:xfrm>
            <a:off x="16264240" y="10692187"/>
            <a:ext cx="138141" cy="475395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4" name="Up-Down Arrow 223"/>
          <p:cNvSpPr/>
          <p:nvPr/>
        </p:nvSpPr>
        <p:spPr>
          <a:xfrm>
            <a:off x="18562145" y="10682660"/>
            <a:ext cx="155289" cy="46015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" name="Up-Down Arrow 224"/>
          <p:cNvSpPr/>
          <p:nvPr/>
        </p:nvSpPr>
        <p:spPr>
          <a:xfrm rot="17489739">
            <a:off x="20329872" y="10203931"/>
            <a:ext cx="132901" cy="1605768"/>
          </a:xfrm>
          <a:prstGeom prst="upDownArrow">
            <a:avLst>
              <a:gd name="adj1" fmla="val 54444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5290110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 flipH="1">
            <a:off x="16818233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flipH="1">
            <a:off x="17597539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 flipH="1">
            <a:off x="19083743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 flipH="1">
            <a:off x="20796688" y="11401466"/>
            <a:ext cx="34106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16470486" y="10463894"/>
            <a:ext cx="105971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Local AI/ML</a:t>
            </a:r>
          </a:p>
        </p:txBody>
      </p:sp>
      <p:pic>
        <p:nvPicPr>
          <p:cNvPr id="233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4529383" y="11488165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4589" y="10153917"/>
            <a:ext cx="407278" cy="35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6043691" y="11469587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" name="Rounded Rectangle 234"/>
          <p:cNvSpPr/>
          <p:nvPr/>
        </p:nvSpPr>
        <p:spPr>
          <a:xfrm>
            <a:off x="18309202" y="11681558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236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8425431" y="11469587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7" name="Rounded Rectangle 236"/>
          <p:cNvSpPr/>
          <p:nvPr/>
        </p:nvSpPr>
        <p:spPr>
          <a:xfrm>
            <a:off x="20931020" y="11678701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238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1031529" y="11488165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9" name="TextBox 238"/>
          <p:cNvSpPr txBox="1"/>
          <p:nvPr/>
        </p:nvSpPr>
        <p:spPr>
          <a:xfrm>
            <a:off x="15115015" y="8163489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grpSp>
        <p:nvGrpSpPr>
          <p:cNvPr id="110" name="Group 16"/>
          <p:cNvGrpSpPr>
            <a:grpSpLocks noChangeAspect="1"/>
          </p:cNvGrpSpPr>
          <p:nvPr/>
        </p:nvGrpSpPr>
        <p:grpSpPr bwMode="auto">
          <a:xfrm>
            <a:off x="18503101" y="12254026"/>
            <a:ext cx="299577" cy="246234"/>
            <a:chOff x="1616" y="2983"/>
            <a:chExt cx="318" cy="313"/>
          </a:xfrm>
        </p:grpSpPr>
        <p:sp>
          <p:nvSpPr>
            <p:cNvPr id="111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8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19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3" name="Up Arrow 122"/>
          <p:cNvSpPr/>
          <p:nvPr/>
        </p:nvSpPr>
        <p:spPr>
          <a:xfrm>
            <a:off x="16289010" y="11956415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4" name="Up Arrow 123"/>
          <p:cNvSpPr/>
          <p:nvPr/>
        </p:nvSpPr>
        <p:spPr>
          <a:xfrm>
            <a:off x="18684088" y="11956415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4743739" y="12363214"/>
            <a:ext cx="2487964" cy="34297"/>
          </a:xfrm>
          <a:prstGeom prst="rect">
            <a:avLst/>
          </a:prstGeom>
        </p:spPr>
      </p:pic>
      <p:grpSp>
        <p:nvGrpSpPr>
          <p:cNvPr id="35" name="Group 16"/>
          <p:cNvGrpSpPr>
            <a:grpSpLocks noChangeAspect="1"/>
          </p:cNvGrpSpPr>
          <p:nvPr/>
        </p:nvGrpSpPr>
        <p:grpSpPr bwMode="auto">
          <a:xfrm>
            <a:off x="12029580" y="12244976"/>
            <a:ext cx="299577" cy="246234"/>
            <a:chOff x="1616" y="2983"/>
            <a:chExt cx="318" cy="313"/>
          </a:xfrm>
        </p:grpSpPr>
        <p:sp>
          <p:nvSpPr>
            <p:cNvPr id="264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71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272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3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4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5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3" name="Triangle 42"/>
          <p:cNvSpPr/>
          <p:nvPr/>
        </p:nvSpPr>
        <p:spPr>
          <a:xfrm rot="5400000">
            <a:off x="15357753" y="12261277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4" name="Group 16"/>
          <p:cNvGrpSpPr>
            <a:grpSpLocks noChangeAspect="1"/>
          </p:cNvGrpSpPr>
          <p:nvPr/>
        </p:nvGrpSpPr>
        <p:grpSpPr bwMode="auto">
          <a:xfrm>
            <a:off x="14428574" y="12258788"/>
            <a:ext cx="299577" cy="246234"/>
            <a:chOff x="1616" y="2983"/>
            <a:chExt cx="318" cy="313"/>
          </a:xfrm>
        </p:grpSpPr>
        <p:sp>
          <p:nvSpPr>
            <p:cNvPr id="85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2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93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7" name="Group 16"/>
          <p:cNvGrpSpPr>
            <a:grpSpLocks noChangeAspect="1"/>
          </p:cNvGrpSpPr>
          <p:nvPr/>
        </p:nvGrpSpPr>
        <p:grpSpPr bwMode="auto">
          <a:xfrm>
            <a:off x="15875964" y="12243071"/>
            <a:ext cx="299576" cy="246234"/>
            <a:chOff x="1616" y="2983"/>
            <a:chExt cx="318" cy="313"/>
          </a:xfrm>
        </p:grpSpPr>
        <p:sp>
          <p:nvSpPr>
            <p:cNvPr id="98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5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06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1" name="Group 16"/>
          <p:cNvGrpSpPr>
            <a:grpSpLocks noChangeAspect="1"/>
          </p:cNvGrpSpPr>
          <p:nvPr/>
        </p:nvGrpSpPr>
        <p:grpSpPr bwMode="auto">
          <a:xfrm>
            <a:off x="13480312" y="12258788"/>
            <a:ext cx="299577" cy="246234"/>
            <a:chOff x="1616" y="2983"/>
            <a:chExt cx="318" cy="313"/>
          </a:xfrm>
        </p:grpSpPr>
        <p:sp>
          <p:nvSpPr>
            <p:cNvPr id="72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9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80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2" descr="InfluxDB – Logos Downloa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60" b="-8822"/>
          <a:stretch>
            <a:fillRect/>
          </a:stretch>
        </p:blipFill>
        <p:spPr bwMode="auto">
          <a:xfrm>
            <a:off x="21167765" y="11208548"/>
            <a:ext cx="346304" cy="30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Content Placeholder 12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2258" y="11069984"/>
            <a:ext cx="2505673" cy="54869"/>
          </a:xfrm>
          <a:prstGeom prst="rect">
            <a:avLst/>
          </a:prstGeom>
        </p:spPr>
      </p:pic>
      <p:sp>
        <p:nvSpPr>
          <p:cNvPr id="125" name="Up Arrow 124"/>
          <p:cNvSpPr/>
          <p:nvPr/>
        </p:nvSpPr>
        <p:spPr>
          <a:xfrm>
            <a:off x="21345442" y="11975469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 rot="5400000">
            <a:off x="9976361" y="11776777"/>
            <a:ext cx="207750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>
                <a:solidFill>
                  <a:prstClr val="black"/>
                </a:solidFill>
                <a:latin typeface="Calibri" panose="020F0502020204030204"/>
              </a:rPr>
              <a:t>Distributed Databases 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13816290" y="11123282"/>
            <a:ext cx="8568066" cy="852186"/>
          </a:xfrm>
          <a:prstGeom prst="parallelogram">
            <a:avLst>
              <a:gd name="adj" fmla="val 78443"/>
            </a:avLst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Parallelogram 7"/>
          <p:cNvSpPr/>
          <p:nvPr/>
        </p:nvSpPr>
        <p:spPr>
          <a:xfrm>
            <a:off x="16285200" y="9225988"/>
            <a:ext cx="6200142" cy="671174"/>
          </a:xfrm>
          <a:prstGeom prst="parallelogram">
            <a:avLst>
              <a:gd name="adj" fmla="val 114139"/>
            </a:avLst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Picture 2" descr="InfluxDB – Logos Down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7063" y="11190926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14406008" y="11681558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6380471" y="10903208"/>
            <a:ext cx="2206443" cy="16673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74449" y="8967732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16408572" y="9697097"/>
            <a:ext cx="5392256" cy="164340"/>
          </a:xfrm>
          <a:prstGeom prst="parallelogram">
            <a:avLst>
              <a:gd name="adj" fmla="val 1202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073273" y="9644995"/>
            <a:ext cx="457461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Parallelogram 15"/>
          <p:cNvSpPr/>
          <p:nvPr/>
        </p:nvSpPr>
        <p:spPr>
          <a:xfrm>
            <a:off x="17910023" y="9299344"/>
            <a:ext cx="2044008" cy="360596"/>
          </a:xfrm>
          <a:prstGeom prst="parallelogram">
            <a:avLst>
              <a:gd name="adj" fmla="val 1202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406360" y="9291124"/>
            <a:ext cx="16702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Parallelogram 17"/>
          <p:cNvSpPr/>
          <p:nvPr/>
        </p:nvSpPr>
        <p:spPr>
          <a:xfrm>
            <a:off x="16629600" y="9304108"/>
            <a:ext cx="1682936" cy="360596"/>
          </a:xfrm>
          <a:prstGeom prst="parallelogram">
            <a:avLst>
              <a:gd name="adj" fmla="val 120295"/>
            </a:avLst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15661" y="9360660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Parallelogram 19"/>
          <p:cNvSpPr/>
          <p:nvPr/>
        </p:nvSpPr>
        <p:spPr>
          <a:xfrm>
            <a:off x="19559140" y="9296009"/>
            <a:ext cx="1867283" cy="360596"/>
          </a:xfrm>
          <a:prstGeom prst="parallelogram">
            <a:avLst>
              <a:gd name="adj" fmla="val 120295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94259" y="9282551"/>
            <a:ext cx="16702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Parallelogram 21"/>
          <p:cNvSpPr/>
          <p:nvPr/>
        </p:nvSpPr>
        <p:spPr>
          <a:xfrm>
            <a:off x="21031531" y="9286960"/>
            <a:ext cx="1219927" cy="360596"/>
          </a:xfrm>
          <a:prstGeom prst="parallelogram">
            <a:avLst>
              <a:gd name="adj" fmla="val 120295"/>
            </a:avLst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25869" y="9260642"/>
            <a:ext cx="16702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4" name="Picture 4" descr="GitHub - openfaas/faas: OpenFaaS - Serverless Functions Made Simp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8714" y="9648511"/>
            <a:ext cx="1274706" cy="29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8817940" y="12361664"/>
            <a:ext cx="2487964" cy="3429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594261" y="12193063"/>
            <a:ext cx="3373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72226" y="12221640"/>
            <a:ext cx="3545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Rx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4527476" y="12356543"/>
            <a:ext cx="213880" cy="47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1524547" y="12370361"/>
            <a:ext cx="204353" cy="953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riangle 40"/>
          <p:cNvSpPr/>
          <p:nvPr/>
        </p:nvSpPr>
        <p:spPr>
          <a:xfrm rot="5400000">
            <a:off x="20037392" y="12276996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5926987" y="11675366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7" name="Up Arrow 46"/>
          <p:cNvSpPr/>
          <p:nvPr/>
        </p:nvSpPr>
        <p:spPr>
          <a:xfrm>
            <a:off x="14815191" y="11955938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929433" y="10762333"/>
            <a:ext cx="1635526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Telemetry Streaming</a:t>
            </a:r>
          </a:p>
        </p:txBody>
      </p:sp>
      <p:pic>
        <p:nvPicPr>
          <p:cNvPr id="52" name="Picture 2" descr="InfluxDB – Logos Downloa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60" b="-8822"/>
          <a:stretch>
            <a:fillRect/>
          </a:stretch>
        </p:blipFill>
        <p:spPr bwMode="auto">
          <a:xfrm>
            <a:off x="16187549" y="11177586"/>
            <a:ext cx="358213" cy="31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nfluxDB – Logos Downloa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60" b="-8822"/>
          <a:stretch>
            <a:fillRect/>
          </a:stretch>
        </p:blipFill>
        <p:spPr bwMode="auto">
          <a:xfrm>
            <a:off x="18506886" y="11162342"/>
            <a:ext cx="346304" cy="30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Parallelogram 56"/>
          <p:cNvSpPr/>
          <p:nvPr/>
        </p:nvSpPr>
        <p:spPr>
          <a:xfrm>
            <a:off x="14198795" y="9230752"/>
            <a:ext cx="2754242" cy="671174"/>
          </a:xfrm>
          <a:prstGeom prst="parallelogram">
            <a:avLst>
              <a:gd name="adj" fmla="val 114139"/>
            </a:avLst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8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1915" y="9345079"/>
            <a:ext cx="407278" cy="35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/>
          <p:cNvSpPr txBox="1"/>
          <p:nvPr/>
        </p:nvSpPr>
        <p:spPr>
          <a:xfrm>
            <a:off x="12123401" y="8981545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60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9522" y="9326022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Up-Down Arrow 60"/>
          <p:cNvSpPr/>
          <p:nvPr/>
        </p:nvSpPr>
        <p:spPr>
          <a:xfrm>
            <a:off x="14789944" y="10692189"/>
            <a:ext cx="138141" cy="467773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4632890" y="11468649"/>
            <a:ext cx="3706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210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lang="en-GB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Parallelogram 62"/>
          <p:cNvSpPr/>
          <p:nvPr/>
        </p:nvSpPr>
        <p:spPr>
          <a:xfrm>
            <a:off x="13979677" y="10065314"/>
            <a:ext cx="6747465" cy="601628"/>
          </a:xfrm>
          <a:prstGeom prst="parallelogram">
            <a:avLst>
              <a:gd name="adj" fmla="val 120746"/>
            </a:avLst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8736946" y="11108115"/>
            <a:ext cx="1152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solidFill>
                  <a:prstClr val="black"/>
                </a:solidFill>
                <a:latin typeface="Calibri" panose="020F0502020204030204"/>
              </a:rPr>
              <a:t>Local Time Series Database 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848115" y="10119369"/>
            <a:ext cx="16426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pic>
        <p:nvPicPr>
          <p:cNvPr id="213" name="Picture 2" descr="InfluxDB – Logos Down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8893" y="10223461"/>
            <a:ext cx="1199920" cy="27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4" name="Up-Down Arrow 213"/>
          <p:cNvSpPr/>
          <p:nvPr/>
        </p:nvSpPr>
        <p:spPr>
          <a:xfrm>
            <a:off x="15724063" y="9836667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5" name="Up-Down Arrow 214"/>
          <p:cNvSpPr/>
          <p:nvPr/>
        </p:nvSpPr>
        <p:spPr>
          <a:xfrm>
            <a:off x="17271716" y="9856673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6" name="Up-Down Arrow 215"/>
          <p:cNvSpPr/>
          <p:nvPr/>
        </p:nvSpPr>
        <p:spPr>
          <a:xfrm>
            <a:off x="18819369" y="9876203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7" name="Left Brace 216"/>
          <p:cNvSpPr/>
          <p:nvPr/>
        </p:nvSpPr>
        <p:spPr>
          <a:xfrm>
            <a:off x="14092572" y="9253617"/>
            <a:ext cx="175296" cy="1396651"/>
          </a:xfrm>
          <a:prstGeom prst="leftBrace">
            <a:avLst>
              <a:gd name="adj1" fmla="val 52842"/>
              <a:gd name="adj2" fmla="val 4748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8" name="TextBox 217"/>
          <p:cNvSpPr txBox="1"/>
          <p:nvPr/>
        </p:nvSpPr>
        <p:spPr>
          <a:xfrm rot="5400000">
            <a:off x="10220685" y="9636352"/>
            <a:ext cx="16979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>
                <a:solidFill>
                  <a:prstClr val="black"/>
                </a:solidFill>
                <a:latin typeface="Calibri" panose="020F0502020204030204"/>
              </a:rPr>
              <a:t>Centralized Database and Applications </a:t>
            </a:r>
          </a:p>
        </p:txBody>
      </p:sp>
      <p:sp>
        <p:nvSpPr>
          <p:cNvPr id="219" name="Left Brace 218"/>
          <p:cNvSpPr/>
          <p:nvPr/>
        </p:nvSpPr>
        <p:spPr>
          <a:xfrm>
            <a:off x="14020641" y="11208547"/>
            <a:ext cx="195302" cy="912683"/>
          </a:xfrm>
          <a:prstGeom prst="leftBrace">
            <a:avLst>
              <a:gd name="adj1" fmla="val 52842"/>
              <a:gd name="adj2" fmla="val 4748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0" name="Up-Down Arrow 219"/>
          <p:cNvSpPr/>
          <p:nvPr/>
        </p:nvSpPr>
        <p:spPr>
          <a:xfrm>
            <a:off x="20367024" y="9851910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1" name="Parallelogram 220"/>
          <p:cNvSpPr/>
          <p:nvPr/>
        </p:nvSpPr>
        <p:spPr>
          <a:xfrm>
            <a:off x="20091692" y="10068174"/>
            <a:ext cx="2340296" cy="585431"/>
          </a:xfrm>
          <a:prstGeom prst="parallelogram">
            <a:avLst>
              <a:gd name="adj" fmla="val 119479"/>
            </a:avLst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18053969" y="10116506"/>
            <a:ext cx="164267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</a:p>
        </p:txBody>
      </p:sp>
      <p:sp>
        <p:nvSpPr>
          <p:cNvPr id="223" name="Up-Down Arrow 222"/>
          <p:cNvSpPr/>
          <p:nvPr/>
        </p:nvSpPr>
        <p:spPr>
          <a:xfrm>
            <a:off x="16264240" y="10692187"/>
            <a:ext cx="138141" cy="475395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4" name="Up-Down Arrow 223"/>
          <p:cNvSpPr/>
          <p:nvPr/>
        </p:nvSpPr>
        <p:spPr>
          <a:xfrm>
            <a:off x="18562144" y="10682660"/>
            <a:ext cx="155289" cy="46015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" name="Up-Down Arrow 224"/>
          <p:cNvSpPr/>
          <p:nvPr/>
        </p:nvSpPr>
        <p:spPr>
          <a:xfrm rot="17489739">
            <a:off x="20329871" y="10203931"/>
            <a:ext cx="132901" cy="1605768"/>
          </a:xfrm>
          <a:prstGeom prst="upDownArrow">
            <a:avLst>
              <a:gd name="adj1" fmla="val 54444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5290110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 flipH="1">
            <a:off x="16818233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flipH="1">
            <a:off x="17597539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 flipH="1">
            <a:off x="19083743" y="11123282"/>
            <a:ext cx="667840" cy="862666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 flipH="1">
            <a:off x="20796688" y="11401466"/>
            <a:ext cx="34106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17145714" y="11267184"/>
            <a:ext cx="105971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Local AI/ML</a:t>
            </a:r>
          </a:p>
        </p:txBody>
      </p:sp>
      <p:pic>
        <p:nvPicPr>
          <p:cNvPr id="233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4529383" y="11488165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4589" y="10153917"/>
            <a:ext cx="407278" cy="35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6043691" y="11469587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" name="Rounded Rectangle 234"/>
          <p:cNvSpPr/>
          <p:nvPr/>
        </p:nvSpPr>
        <p:spPr>
          <a:xfrm>
            <a:off x="18309201" y="11681558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236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8425430" y="11469587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7" name="Rounded Rectangle 236"/>
          <p:cNvSpPr/>
          <p:nvPr/>
        </p:nvSpPr>
        <p:spPr>
          <a:xfrm>
            <a:off x="20931020" y="11678701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238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1031528" y="11488165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9" name="TextBox 238"/>
          <p:cNvSpPr txBox="1"/>
          <p:nvPr/>
        </p:nvSpPr>
        <p:spPr>
          <a:xfrm>
            <a:off x="15790242" y="8966780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grpSp>
        <p:nvGrpSpPr>
          <p:cNvPr id="110" name="Group 16"/>
          <p:cNvGrpSpPr>
            <a:grpSpLocks noChangeAspect="1"/>
          </p:cNvGrpSpPr>
          <p:nvPr/>
        </p:nvGrpSpPr>
        <p:grpSpPr bwMode="auto">
          <a:xfrm>
            <a:off x="18503101" y="12254026"/>
            <a:ext cx="299577" cy="246234"/>
            <a:chOff x="1616" y="2983"/>
            <a:chExt cx="318" cy="313"/>
          </a:xfrm>
        </p:grpSpPr>
        <p:sp>
          <p:nvSpPr>
            <p:cNvPr id="111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8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19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3" name="Up Arrow 122"/>
          <p:cNvSpPr/>
          <p:nvPr/>
        </p:nvSpPr>
        <p:spPr>
          <a:xfrm>
            <a:off x="16289010" y="11956415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4" name="Up Arrow 123"/>
          <p:cNvSpPr/>
          <p:nvPr/>
        </p:nvSpPr>
        <p:spPr>
          <a:xfrm>
            <a:off x="18684087" y="11956415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4743739" y="12363214"/>
            <a:ext cx="2487964" cy="34297"/>
          </a:xfrm>
          <a:prstGeom prst="rect">
            <a:avLst/>
          </a:prstGeom>
        </p:spPr>
      </p:pic>
      <p:grpSp>
        <p:nvGrpSpPr>
          <p:cNvPr id="35" name="Group 16"/>
          <p:cNvGrpSpPr>
            <a:grpSpLocks noChangeAspect="1"/>
          </p:cNvGrpSpPr>
          <p:nvPr/>
        </p:nvGrpSpPr>
        <p:grpSpPr bwMode="auto">
          <a:xfrm>
            <a:off x="12029580" y="12244976"/>
            <a:ext cx="299577" cy="246234"/>
            <a:chOff x="1616" y="2983"/>
            <a:chExt cx="318" cy="313"/>
          </a:xfrm>
        </p:grpSpPr>
        <p:sp>
          <p:nvSpPr>
            <p:cNvPr id="264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71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272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3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4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5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3" name="Triangle 42"/>
          <p:cNvSpPr/>
          <p:nvPr/>
        </p:nvSpPr>
        <p:spPr>
          <a:xfrm rot="5400000">
            <a:off x="15357753" y="12261277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4" name="Group 16"/>
          <p:cNvGrpSpPr>
            <a:grpSpLocks noChangeAspect="1"/>
          </p:cNvGrpSpPr>
          <p:nvPr/>
        </p:nvGrpSpPr>
        <p:grpSpPr bwMode="auto">
          <a:xfrm>
            <a:off x="14428574" y="12258788"/>
            <a:ext cx="299577" cy="246234"/>
            <a:chOff x="1616" y="2983"/>
            <a:chExt cx="318" cy="313"/>
          </a:xfrm>
        </p:grpSpPr>
        <p:sp>
          <p:nvSpPr>
            <p:cNvPr id="85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2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93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7" name="Group 16"/>
          <p:cNvGrpSpPr>
            <a:grpSpLocks noChangeAspect="1"/>
          </p:cNvGrpSpPr>
          <p:nvPr/>
        </p:nvGrpSpPr>
        <p:grpSpPr bwMode="auto">
          <a:xfrm>
            <a:off x="15875963" y="12243071"/>
            <a:ext cx="299576" cy="246234"/>
            <a:chOff x="1616" y="2983"/>
            <a:chExt cx="318" cy="313"/>
          </a:xfrm>
        </p:grpSpPr>
        <p:sp>
          <p:nvSpPr>
            <p:cNvPr id="98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5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06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1" name="Group 16"/>
          <p:cNvGrpSpPr>
            <a:grpSpLocks noChangeAspect="1"/>
          </p:cNvGrpSpPr>
          <p:nvPr/>
        </p:nvGrpSpPr>
        <p:grpSpPr bwMode="auto">
          <a:xfrm>
            <a:off x="13480311" y="12258788"/>
            <a:ext cx="299577" cy="246234"/>
            <a:chOff x="1616" y="2983"/>
            <a:chExt cx="318" cy="313"/>
          </a:xfrm>
        </p:grpSpPr>
        <p:sp>
          <p:nvSpPr>
            <p:cNvPr id="72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9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80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2" descr="InfluxDB – Logos Downloa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60" b="-8822"/>
          <a:stretch>
            <a:fillRect/>
          </a:stretch>
        </p:blipFill>
        <p:spPr bwMode="auto">
          <a:xfrm>
            <a:off x="21167765" y="11208548"/>
            <a:ext cx="346304" cy="30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Content Placeholder 126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026" y="12357996"/>
            <a:ext cx="1893292" cy="3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20166957" y="12361664"/>
            <a:ext cx="2487964" cy="34297"/>
          </a:xfrm>
          <a:prstGeom prst="rect">
            <a:avLst/>
          </a:prstGeom>
        </p:spPr>
      </p:pic>
      <p:sp>
        <p:nvSpPr>
          <p:cNvPr id="41" name="Triangle 40"/>
          <p:cNvSpPr/>
          <p:nvPr/>
        </p:nvSpPr>
        <p:spPr>
          <a:xfrm rot="5400000">
            <a:off x="20695705" y="12281284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7" name="Group 16"/>
          <p:cNvGrpSpPr>
            <a:grpSpLocks noChangeAspect="1"/>
          </p:cNvGrpSpPr>
          <p:nvPr/>
        </p:nvGrpSpPr>
        <p:grpSpPr bwMode="auto">
          <a:xfrm>
            <a:off x="16894762" y="12183062"/>
            <a:ext cx="427218" cy="351490"/>
            <a:chOff x="1616" y="2983"/>
            <a:chExt cx="318" cy="313"/>
          </a:xfrm>
        </p:grpSpPr>
        <p:sp>
          <p:nvSpPr>
            <p:cNvPr id="98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5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06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Group 16"/>
          <p:cNvGrpSpPr>
            <a:grpSpLocks noChangeAspect="1"/>
          </p:cNvGrpSpPr>
          <p:nvPr/>
        </p:nvGrpSpPr>
        <p:grpSpPr bwMode="auto">
          <a:xfrm>
            <a:off x="18839390" y="12191634"/>
            <a:ext cx="427218" cy="351490"/>
            <a:chOff x="1616" y="2983"/>
            <a:chExt cx="318" cy="313"/>
          </a:xfrm>
        </p:grpSpPr>
        <p:sp>
          <p:nvSpPr>
            <p:cNvPr id="9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7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1" name="Content Placeholder 126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3526" y="12357519"/>
            <a:ext cx="1893292" cy="384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16"/>
          <p:cNvGrpSpPr>
            <a:grpSpLocks noChangeAspect="1"/>
          </p:cNvGrpSpPr>
          <p:nvPr/>
        </p:nvGrpSpPr>
        <p:grpSpPr bwMode="auto">
          <a:xfrm>
            <a:off x="14867740" y="12217353"/>
            <a:ext cx="427218" cy="351490"/>
            <a:chOff x="1616" y="2983"/>
            <a:chExt cx="318" cy="313"/>
          </a:xfrm>
        </p:grpSpPr>
        <p:sp>
          <p:nvSpPr>
            <p:cNvPr id="24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33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3" name="Triangle 42"/>
          <p:cNvSpPr/>
          <p:nvPr/>
        </p:nvSpPr>
        <p:spPr>
          <a:xfrm rot="5400000">
            <a:off x="18767450" y="12281284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Content Placeholder 6" descr="20250721100718ih22yu"/>
          <p:cNvPicPr>
            <a:picLocks noGrp="1" noChangeAspect="1"/>
          </p:cNvPicPr>
          <p:nvPr>
            <p:ph idx="1"/>
          </p:nvPr>
        </p:nvPicPr>
        <p:blipFill>
          <a:blip r:embed="rId3"/>
          <a:srcRect t="33051" b="33051"/>
          <a:stretch>
            <a:fillRect/>
          </a:stretch>
        </p:blipFill>
        <p:spPr>
          <a:xfrm>
            <a:off x="15965616" y="12134568"/>
            <a:ext cx="1123704" cy="381078"/>
          </a:xfrm>
        </p:spPr>
      </p:pic>
      <p:pic>
        <p:nvPicPr>
          <p:cNvPr id="37" name="Content Placeholder 6" descr="20250721100718ih22yu"/>
          <p:cNvPicPr>
            <a:picLocks noChangeAspect="1"/>
          </p:cNvPicPr>
          <p:nvPr/>
        </p:nvPicPr>
        <p:blipFill>
          <a:blip r:embed="rId3"/>
          <a:srcRect t="33051" b="33051"/>
          <a:stretch>
            <a:fillRect/>
          </a:stretch>
        </p:blipFill>
        <p:spPr>
          <a:xfrm>
            <a:off x="22341053" y="12168865"/>
            <a:ext cx="1123704" cy="38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Content Placeholder 9" descr="basestation"/>
          <p:cNvPicPr>
            <a:picLocks noChangeAspect="1"/>
          </p:cNvPicPr>
          <p:nvPr/>
        </p:nvPicPr>
        <p:blipFill>
          <a:blip r:embed="rId4"/>
          <a:srcRect l="26473" t="2394" r="23261" b="980"/>
          <a:stretch>
            <a:fillRect/>
          </a:stretch>
        </p:blipFill>
        <p:spPr>
          <a:xfrm flipH="1">
            <a:off x="12169125" y="8920171"/>
            <a:ext cx="529222" cy="572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Content Placeholder 9" descr="basestation"/>
          <p:cNvPicPr>
            <a:picLocks noChangeAspect="1"/>
          </p:cNvPicPr>
          <p:nvPr/>
        </p:nvPicPr>
        <p:blipFill>
          <a:blip r:embed="rId4"/>
          <a:srcRect l="26473" t="2394" r="23261" b="980"/>
          <a:stretch>
            <a:fillRect/>
          </a:stretch>
        </p:blipFill>
        <p:spPr>
          <a:xfrm flipH="1">
            <a:off x="12161027" y="10229175"/>
            <a:ext cx="529222" cy="572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Content Placeholder 9" descr="basestation"/>
          <p:cNvPicPr>
            <a:picLocks noChangeAspect="1"/>
          </p:cNvPicPr>
          <p:nvPr/>
        </p:nvPicPr>
        <p:blipFill>
          <a:blip r:embed="rId4"/>
          <a:srcRect l="26473" t="2394" r="23261" b="980"/>
          <a:stretch>
            <a:fillRect/>
          </a:stretch>
        </p:blipFill>
        <p:spPr>
          <a:xfrm flipH="1">
            <a:off x="12169125" y="11714426"/>
            <a:ext cx="529222" cy="5725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Up Arrow 56"/>
          <p:cNvSpPr/>
          <p:nvPr/>
        </p:nvSpPr>
        <p:spPr>
          <a:xfrm rot="2880000">
            <a:off x="18211116" y="10868438"/>
            <a:ext cx="166246" cy="41775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8" name="Up Arrow 57"/>
          <p:cNvSpPr/>
          <p:nvPr/>
        </p:nvSpPr>
        <p:spPr>
          <a:xfrm rot="7680000">
            <a:off x="12891265" y="9089755"/>
            <a:ext cx="166246" cy="41775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Up Arrow 58"/>
          <p:cNvSpPr/>
          <p:nvPr/>
        </p:nvSpPr>
        <p:spPr>
          <a:xfrm rot="5400000">
            <a:off x="18445003" y="9574201"/>
            <a:ext cx="166246" cy="41775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6919695" y="9077842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896062" y="10309677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233" name="Picture 2" descr="vSphere Performance - Telegraf, InfluxDB and Grafana 7 - Configuring  Telegraf and InfluxDB | rudimartinsen.com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4529383" y="11488165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basestation"/>
          <p:cNvPicPr>
            <a:picLocks noGrp="1" noChangeAspect="1"/>
          </p:cNvPicPr>
          <p:nvPr>
            <p:ph idx="1"/>
          </p:nvPr>
        </p:nvPicPr>
        <p:blipFill>
          <a:blip r:embed="rId36"/>
          <a:srcRect l="26473" t="2394" r="23261" b="980"/>
          <a:stretch>
            <a:fillRect/>
          </a:stretch>
        </p:blipFill>
        <p:spPr>
          <a:xfrm>
            <a:off x="11758165" y="9168055"/>
            <a:ext cx="517314" cy="559232"/>
          </a:xfrm>
        </p:spPr>
      </p:pic>
      <p:pic>
        <p:nvPicPr>
          <p:cNvPr id="37" name="Content Placeholder 36" descr="Icons_card_AI"/>
          <p:cNvPicPr>
            <a:picLocks noGrp="1" noChangeAspect="1"/>
          </p:cNvPicPr>
          <p:nvPr>
            <p:ph sz="half" idx="4294967295"/>
          </p:nvPr>
        </p:nvPicPr>
        <p:blipFill>
          <a:blip r:embed="rId37">
            <a:biLevel thresh="75000"/>
          </a:blip>
          <a:srcRect l="31745" t="20627" r="32042" b="24564"/>
          <a:stretch>
            <a:fillRect/>
          </a:stretch>
        </p:blipFill>
        <p:spPr>
          <a:xfrm>
            <a:off x="0" y="8032750"/>
            <a:ext cx="392113" cy="393700"/>
          </a:xfrm>
          <a:prstGeom prst="rect">
            <a:avLst/>
          </a:prstGeom>
        </p:spPr>
      </p:pic>
      <p:sp>
        <p:nvSpPr>
          <p:cNvPr id="47" name="Up Arrow 46"/>
          <p:cNvSpPr/>
          <p:nvPr>
            <p:custDataLst>
              <p:tags r:id="rId1"/>
            </p:custDataLst>
          </p:nvPr>
        </p:nvSpPr>
        <p:spPr>
          <a:xfrm rot="180000">
            <a:off x="11616992" y="8762027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33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482186" y="8472883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>
            <p:custDataLst>
              <p:tags r:id="rId3"/>
            </p:custDataLst>
          </p:nvPr>
        </p:nvSpPr>
        <p:spPr>
          <a:xfrm>
            <a:off x="11788002" y="8760118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12" name="Picture 11" descr="InfluxDB – Logos Downloa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409" y="8053224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Content Placeholder 2" descr="databas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0"/>
          <a:srcRect l="21175" t="18134" r="21183" b="18638"/>
          <a:stretch>
            <a:fillRect/>
          </a:stretch>
        </p:blipFill>
        <p:spPr>
          <a:xfrm flipH="1">
            <a:off x="12376468" y="8350646"/>
            <a:ext cx="275329" cy="30248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ounded Rectangle 17"/>
          <p:cNvSpPr/>
          <p:nvPr>
            <p:custDataLst>
              <p:tags r:id="rId6"/>
            </p:custDataLst>
          </p:nvPr>
        </p:nvSpPr>
        <p:spPr>
          <a:xfrm>
            <a:off x="11390899" y="7994813"/>
            <a:ext cx="1388554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19" name="Content Placeholder 9" descr="basestation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6"/>
          <a:srcRect l="26473" t="2394" r="23261" b="980"/>
          <a:stretch>
            <a:fillRect/>
          </a:stretch>
        </p:blipFill>
        <p:spPr>
          <a:xfrm>
            <a:off x="11758165" y="11003900"/>
            <a:ext cx="517314" cy="55923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Up Arrow 19"/>
          <p:cNvSpPr/>
          <p:nvPr>
            <p:custDataLst>
              <p:tags r:id="rId8"/>
            </p:custDataLst>
          </p:nvPr>
        </p:nvSpPr>
        <p:spPr>
          <a:xfrm rot="180000">
            <a:off x="11616992" y="10645506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1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482186" y="10356362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ounded Rectangle 21"/>
          <p:cNvSpPr/>
          <p:nvPr>
            <p:custDataLst>
              <p:tags r:id="rId10"/>
            </p:custDataLst>
          </p:nvPr>
        </p:nvSpPr>
        <p:spPr>
          <a:xfrm>
            <a:off x="11788002" y="10643597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23" name="Picture 22" descr="InfluxDB – Logos Download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409" y="9936702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Content Placeholder 2" descr="databas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0"/>
          <a:srcRect l="21175" t="18134" r="21183" b="18638"/>
          <a:stretch>
            <a:fillRect/>
          </a:stretch>
        </p:blipFill>
        <p:spPr>
          <a:xfrm flipH="1">
            <a:off x="12376468" y="10234123"/>
            <a:ext cx="275329" cy="30248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ounded Rectangle 24"/>
          <p:cNvSpPr/>
          <p:nvPr>
            <p:custDataLst>
              <p:tags r:id="rId13"/>
            </p:custDataLst>
          </p:nvPr>
        </p:nvSpPr>
        <p:spPr>
          <a:xfrm>
            <a:off x="11390899" y="9878291"/>
            <a:ext cx="1388554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6" name="Content Placeholder 9" descr="basestation"/>
          <p:cNvPicPr>
            <a:picLocks noChangeAspect="1"/>
          </p:cNvPicPr>
          <p:nvPr/>
        </p:nvPicPr>
        <p:blipFill>
          <a:blip r:embed="rId36"/>
          <a:srcRect l="26473" t="2394" r="23261" b="980"/>
          <a:stretch>
            <a:fillRect/>
          </a:stretch>
        </p:blipFill>
        <p:spPr>
          <a:xfrm>
            <a:off x="11758165" y="12846889"/>
            <a:ext cx="517314" cy="55923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Up Arrow 26"/>
          <p:cNvSpPr/>
          <p:nvPr>
            <p:custDataLst>
              <p:tags r:id="rId14"/>
            </p:custDataLst>
          </p:nvPr>
        </p:nvSpPr>
        <p:spPr>
          <a:xfrm rot="180000">
            <a:off x="11616992" y="12433715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8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482186" y="12144572"/>
            <a:ext cx="645927" cy="17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ounded Rectangle 28"/>
          <p:cNvSpPr/>
          <p:nvPr>
            <p:custDataLst>
              <p:tags r:id="rId16"/>
            </p:custDataLst>
          </p:nvPr>
        </p:nvSpPr>
        <p:spPr>
          <a:xfrm>
            <a:off x="11788002" y="12431806"/>
            <a:ext cx="863618" cy="2567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30" name="Picture 29" descr="InfluxDB – Logos Download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409" y="11724911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Content Placeholder 2" descr="databas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0"/>
          <a:srcRect l="21175" t="18134" r="21183" b="18638"/>
          <a:stretch>
            <a:fillRect/>
          </a:stretch>
        </p:blipFill>
        <p:spPr>
          <a:xfrm flipH="1">
            <a:off x="12376468" y="12022333"/>
            <a:ext cx="275329" cy="30248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ounded Rectangle 31"/>
          <p:cNvSpPr/>
          <p:nvPr>
            <p:custDataLst>
              <p:tags r:id="rId19"/>
            </p:custDataLst>
          </p:nvPr>
        </p:nvSpPr>
        <p:spPr>
          <a:xfrm>
            <a:off x="11390899" y="11666499"/>
            <a:ext cx="1388554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33" name="Content Placeholder 6" descr="AI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1"/>
          <a:srcRect l="6136" t="12740" r="7307" b="48688"/>
          <a:stretch>
            <a:fillRect/>
          </a:stretch>
        </p:blipFill>
        <p:spPr>
          <a:xfrm>
            <a:off x="13050497" y="8128665"/>
            <a:ext cx="694039" cy="22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Content Placeholder 6" descr="AI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1"/>
          <a:srcRect l="6136" t="57393" r="7307" b="19059"/>
          <a:stretch>
            <a:fillRect/>
          </a:stretch>
        </p:blipFill>
        <p:spPr>
          <a:xfrm>
            <a:off x="13050498" y="8418287"/>
            <a:ext cx="1085120" cy="2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ounded Rectangle 37"/>
          <p:cNvSpPr/>
          <p:nvPr>
            <p:custDataLst>
              <p:tags r:id="rId22"/>
            </p:custDataLst>
          </p:nvPr>
        </p:nvSpPr>
        <p:spPr>
          <a:xfrm>
            <a:off x="13050018" y="7994813"/>
            <a:ext cx="1117988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15" name="Up-Down Arrow 214"/>
          <p:cNvSpPr/>
          <p:nvPr>
            <p:custDataLst>
              <p:tags r:id="rId23"/>
            </p:custDataLst>
          </p:nvPr>
        </p:nvSpPr>
        <p:spPr>
          <a:xfrm rot="5400000">
            <a:off x="12850258" y="8268531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0" name="Content Placeholder 6" descr="AI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1"/>
          <a:srcRect l="6136" t="12740" r="7307" b="48688"/>
          <a:stretch>
            <a:fillRect/>
          </a:stretch>
        </p:blipFill>
        <p:spPr>
          <a:xfrm>
            <a:off x="13060976" y="10024529"/>
            <a:ext cx="694039" cy="22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Content Placeholder 6" descr="AI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1"/>
          <a:srcRect l="6136" t="57393" r="7307" b="19059"/>
          <a:stretch>
            <a:fillRect/>
          </a:stretch>
        </p:blipFill>
        <p:spPr>
          <a:xfrm>
            <a:off x="13060977" y="10314150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Content Placeholder 36" descr="Icons_card_AI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37">
            <a:biLevel thresh="75000"/>
          </a:blip>
          <a:srcRect l="31745" t="20627" r="32042" b="24564"/>
          <a:stretch>
            <a:fillRect/>
          </a:stretch>
        </p:blipFill>
        <p:spPr>
          <a:xfrm>
            <a:off x="13755018" y="9929262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Rounded Rectangle 42"/>
          <p:cNvSpPr/>
          <p:nvPr>
            <p:custDataLst>
              <p:tags r:id="rId27"/>
            </p:custDataLst>
          </p:nvPr>
        </p:nvSpPr>
        <p:spPr>
          <a:xfrm>
            <a:off x="13060499" y="9890676"/>
            <a:ext cx="1117988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44" name="Up-Down Arrow 43"/>
          <p:cNvSpPr/>
          <p:nvPr>
            <p:custDataLst>
              <p:tags r:id="rId28"/>
            </p:custDataLst>
          </p:nvPr>
        </p:nvSpPr>
        <p:spPr>
          <a:xfrm rot="5400000">
            <a:off x="12860736" y="10104374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5" name="Content Placeholder 6" descr="AI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1"/>
          <a:srcRect l="6136" t="12740" r="7307" b="48688"/>
          <a:stretch>
            <a:fillRect/>
          </a:stretch>
        </p:blipFill>
        <p:spPr>
          <a:xfrm>
            <a:off x="13030967" y="11800353"/>
            <a:ext cx="694039" cy="22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Content Placeholder 6" descr="AI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1"/>
          <a:srcRect l="6136" t="57393" r="7307" b="19059"/>
          <a:stretch>
            <a:fillRect/>
          </a:stretch>
        </p:blipFill>
        <p:spPr>
          <a:xfrm>
            <a:off x="13030968" y="12089974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Content Placeholder 36" descr="Icons_card_AI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7">
            <a:biLevel thresh="75000"/>
          </a:blip>
          <a:srcRect l="31745" t="20627" r="32042" b="24564"/>
          <a:stretch>
            <a:fillRect/>
          </a:stretch>
        </p:blipFill>
        <p:spPr>
          <a:xfrm>
            <a:off x="13725007" y="11705087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Rounded Rectangle 48"/>
          <p:cNvSpPr/>
          <p:nvPr>
            <p:custDataLst>
              <p:tags r:id="rId32"/>
            </p:custDataLst>
          </p:nvPr>
        </p:nvSpPr>
        <p:spPr>
          <a:xfrm>
            <a:off x="13030488" y="11666499"/>
            <a:ext cx="1117988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" name="Up-Down Arrow 49"/>
          <p:cNvSpPr/>
          <p:nvPr>
            <p:custDataLst>
              <p:tags r:id="rId33"/>
            </p:custDataLst>
          </p:nvPr>
        </p:nvSpPr>
        <p:spPr>
          <a:xfrm rot="5400000">
            <a:off x="12840730" y="11940217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6" name="Picture 55" descr="InfluxDB – Logos Download"/>
          <p:cNvPicPr>
            <a:picLocks noChangeAspect="1" noChangeArrowheads="1"/>
          </p:cNvPicPr>
          <p:nvPr>
            <p:custDataLst>
              <p:tags r:id="rId34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5302" y="8332840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basestation"/>
          <p:cNvPicPr>
            <a:picLocks noGrp="1" noChangeAspect="1"/>
          </p:cNvPicPr>
          <p:nvPr>
            <p:ph idx="1"/>
          </p:nvPr>
        </p:nvPicPr>
        <p:blipFill>
          <a:blip r:embed="rId38"/>
          <a:srcRect l="26473" t="2394" r="23261" b="980"/>
          <a:stretch>
            <a:fillRect/>
          </a:stretch>
        </p:blipFill>
        <p:spPr>
          <a:xfrm>
            <a:off x="12695139" y="9148049"/>
            <a:ext cx="517314" cy="559232"/>
          </a:xfrm>
        </p:spPr>
      </p:pic>
      <p:sp>
        <p:nvSpPr>
          <p:cNvPr id="47" name="Up Arrow 46"/>
          <p:cNvSpPr/>
          <p:nvPr>
            <p:custDataLst>
              <p:tags r:id="rId1"/>
            </p:custDataLst>
          </p:nvPr>
        </p:nvSpPr>
        <p:spPr>
          <a:xfrm rot="19080000">
            <a:off x="12495854" y="8623885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33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610976" y="8359699"/>
            <a:ext cx="1027005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>
            <p:custDataLst>
              <p:tags r:id="rId3"/>
            </p:custDataLst>
          </p:nvPr>
        </p:nvSpPr>
        <p:spPr>
          <a:xfrm>
            <a:off x="12637977" y="8827944"/>
            <a:ext cx="712616" cy="20483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0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12" name="Picture 11" descr="InfluxDB – Logos Downloa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409" y="8053224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Content Placeholder 2" descr="databas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1"/>
          <a:srcRect l="21175" t="18134" r="21183" b="18638"/>
          <a:stretch>
            <a:fillRect/>
          </a:stretch>
        </p:blipFill>
        <p:spPr>
          <a:xfrm flipH="1">
            <a:off x="12779456" y="8167251"/>
            <a:ext cx="433000" cy="475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ounded Rectangle 17"/>
          <p:cNvSpPr/>
          <p:nvPr>
            <p:custDataLst>
              <p:tags r:id="rId6"/>
            </p:custDataLst>
          </p:nvPr>
        </p:nvSpPr>
        <p:spPr>
          <a:xfrm>
            <a:off x="11390904" y="7994813"/>
            <a:ext cx="1959695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15" name="Up-Down Arrow 214"/>
          <p:cNvSpPr/>
          <p:nvPr>
            <p:custDataLst>
              <p:tags r:id="rId7"/>
            </p:custDataLst>
          </p:nvPr>
        </p:nvSpPr>
        <p:spPr>
          <a:xfrm>
            <a:off x="11788001" y="8733444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Content Placeholder 6" descr="AI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2"/>
          <a:srcRect l="6136" t="12740" r="7307" b="48688"/>
          <a:stretch>
            <a:fillRect/>
          </a:stretch>
        </p:blipFill>
        <p:spPr>
          <a:xfrm>
            <a:off x="11391377" y="9170438"/>
            <a:ext cx="694039" cy="22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2"/>
          <a:srcRect l="6136" t="57393" r="7307" b="19059"/>
          <a:stretch>
            <a:fillRect/>
          </a:stretch>
        </p:blipFill>
        <p:spPr>
          <a:xfrm>
            <a:off x="11391378" y="9460059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ntent Placeholder 36" descr="Icons_card_AI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3">
            <a:biLevel thresh="75000"/>
          </a:blip>
          <a:srcRect l="31745" t="20627" r="32042" b="24564"/>
          <a:stretch>
            <a:fillRect/>
          </a:stretch>
        </p:blipFill>
        <p:spPr>
          <a:xfrm>
            <a:off x="12085419" y="9075171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ounded Rectangle 4"/>
          <p:cNvSpPr/>
          <p:nvPr>
            <p:custDataLst>
              <p:tags r:id="rId11"/>
            </p:custDataLst>
          </p:nvPr>
        </p:nvSpPr>
        <p:spPr>
          <a:xfrm>
            <a:off x="11390899" y="9036584"/>
            <a:ext cx="1117988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6" name="Content Placeholder 9" descr="basestation"/>
          <p:cNvPicPr>
            <a:picLocks noChangeAspect="1"/>
          </p:cNvPicPr>
          <p:nvPr/>
        </p:nvPicPr>
        <p:blipFill>
          <a:blip r:embed="rId38"/>
          <a:srcRect l="26473" t="2394" r="23261" b="980"/>
          <a:stretch>
            <a:fillRect/>
          </a:stretch>
        </p:blipFill>
        <p:spPr>
          <a:xfrm>
            <a:off x="12695616" y="11208252"/>
            <a:ext cx="517314" cy="5592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Up Arrow 6"/>
          <p:cNvSpPr/>
          <p:nvPr>
            <p:custDataLst>
              <p:tags r:id="rId12"/>
            </p:custDataLst>
          </p:nvPr>
        </p:nvSpPr>
        <p:spPr>
          <a:xfrm rot="19080000">
            <a:off x="12465368" y="10846524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611453" y="10419902"/>
            <a:ext cx="1027005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/>
          <p:cNvSpPr/>
          <p:nvPr>
            <p:custDataLst>
              <p:tags r:id="rId14"/>
            </p:custDataLst>
          </p:nvPr>
        </p:nvSpPr>
        <p:spPr>
          <a:xfrm>
            <a:off x="12638454" y="10888147"/>
            <a:ext cx="712616" cy="20483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0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11" name="Picture 10" descr="InfluxDB – Logos Download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885" y="10113427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Content Placeholder 2" descr="databas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1"/>
          <a:srcRect l="21175" t="18134" r="21183" b="18638"/>
          <a:stretch>
            <a:fillRect/>
          </a:stretch>
        </p:blipFill>
        <p:spPr>
          <a:xfrm flipH="1">
            <a:off x="12779932" y="10227455"/>
            <a:ext cx="433000" cy="47587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ounded Rectangle 13"/>
          <p:cNvSpPr/>
          <p:nvPr>
            <p:custDataLst>
              <p:tags r:id="rId17"/>
            </p:custDataLst>
          </p:nvPr>
        </p:nvSpPr>
        <p:spPr>
          <a:xfrm>
            <a:off x="11391379" y="10055016"/>
            <a:ext cx="1959695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15" name="Up-Down Arrow 14"/>
          <p:cNvSpPr/>
          <p:nvPr>
            <p:custDataLst>
              <p:tags r:id="rId18"/>
            </p:custDataLst>
          </p:nvPr>
        </p:nvSpPr>
        <p:spPr>
          <a:xfrm>
            <a:off x="11788478" y="10793650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7" name="Content Placeholder 6" descr="AI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2"/>
          <a:srcRect l="6136" t="12740" r="7307" b="48688"/>
          <a:stretch>
            <a:fillRect/>
          </a:stretch>
        </p:blipFill>
        <p:spPr>
          <a:xfrm>
            <a:off x="11391854" y="11230641"/>
            <a:ext cx="694039" cy="22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Content Placeholder 6" descr="AI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2"/>
          <a:srcRect l="6136" t="57393" r="7307" b="19059"/>
          <a:stretch>
            <a:fillRect/>
          </a:stretch>
        </p:blipFill>
        <p:spPr>
          <a:xfrm>
            <a:off x="11391855" y="11520262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Content Placeholder 36" descr="Icons_card_AI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3">
            <a:biLevel thresh="75000"/>
          </a:blip>
          <a:srcRect l="31745" t="20627" r="32042" b="24564"/>
          <a:stretch>
            <a:fillRect/>
          </a:stretch>
        </p:blipFill>
        <p:spPr>
          <a:xfrm>
            <a:off x="12085895" y="11135374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Rounded Rectangle 38"/>
          <p:cNvSpPr/>
          <p:nvPr>
            <p:custDataLst>
              <p:tags r:id="rId22"/>
            </p:custDataLst>
          </p:nvPr>
        </p:nvSpPr>
        <p:spPr>
          <a:xfrm>
            <a:off x="11391375" y="11096788"/>
            <a:ext cx="1117988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51" name="Content Placeholder 9" descr="basestation"/>
          <p:cNvPicPr>
            <a:picLocks noChangeAspect="1"/>
          </p:cNvPicPr>
          <p:nvPr/>
        </p:nvPicPr>
        <p:blipFill>
          <a:blip r:embed="rId38"/>
          <a:srcRect l="26473" t="2394" r="23261" b="980"/>
          <a:stretch>
            <a:fillRect/>
          </a:stretch>
        </p:blipFill>
        <p:spPr>
          <a:xfrm>
            <a:off x="12696093" y="13196052"/>
            <a:ext cx="517314" cy="55923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Up Arrow 51"/>
          <p:cNvSpPr/>
          <p:nvPr>
            <p:custDataLst>
              <p:tags r:id="rId23"/>
            </p:custDataLst>
          </p:nvPr>
        </p:nvSpPr>
        <p:spPr>
          <a:xfrm rot="19080000">
            <a:off x="12465844" y="12834323"/>
            <a:ext cx="72881" cy="238174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3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4"/>
            </p:custDataLst>
          </p:nvPr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611929" y="12407701"/>
            <a:ext cx="1027005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ounded Rectangle 53"/>
          <p:cNvSpPr/>
          <p:nvPr>
            <p:custDataLst>
              <p:tags r:id="rId25"/>
            </p:custDataLst>
          </p:nvPr>
        </p:nvSpPr>
        <p:spPr>
          <a:xfrm>
            <a:off x="12638930" y="12875947"/>
            <a:ext cx="712616" cy="20483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0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55" name="Picture 54" descr="InfluxDB – Logos Download"/>
          <p:cNvPicPr>
            <a:picLocks noChangeAspect="1" noChangeArrowheads="1"/>
          </p:cNvPicPr>
          <p:nvPr>
            <p:custDataLst>
              <p:tags r:id="rId26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362" y="12101226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Content Placeholder 2" descr="database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41"/>
          <a:srcRect l="21175" t="18134" r="21183" b="18638"/>
          <a:stretch>
            <a:fillRect/>
          </a:stretch>
        </p:blipFill>
        <p:spPr>
          <a:xfrm flipH="1">
            <a:off x="12780407" y="12215253"/>
            <a:ext cx="433000" cy="47587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Rounded Rectangle 56"/>
          <p:cNvSpPr/>
          <p:nvPr>
            <p:custDataLst>
              <p:tags r:id="rId28"/>
            </p:custDataLst>
          </p:nvPr>
        </p:nvSpPr>
        <p:spPr>
          <a:xfrm>
            <a:off x="11391856" y="12042815"/>
            <a:ext cx="1959695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8" name="Up-Down Arrow 57"/>
          <p:cNvSpPr/>
          <p:nvPr>
            <p:custDataLst>
              <p:tags r:id="rId29"/>
            </p:custDataLst>
          </p:nvPr>
        </p:nvSpPr>
        <p:spPr>
          <a:xfrm>
            <a:off x="11788953" y="12781448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9" name="Content Placeholder 6" descr="AI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2"/>
          <a:srcRect l="6136" t="12740" r="7307" b="48688"/>
          <a:stretch>
            <a:fillRect/>
          </a:stretch>
        </p:blipFill>
        <p:spPr>
          <a:xfrm>
            <a:off x="11392330" y="13218440"/>
            <a:ext cx="694039" cy="22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Content Placeholder 6" descr="AI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42"/>
          <a:srcRect l="6136" t="57393" r="7307" b="19059"/>
          <a:stretch>
            <a:fillRect/>
          </a:stretch>
        </p:blipFill>
        <p:spPr>
          <a:xfrm>
            <a:off x="11392331" y="13508062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Content Placeholder 36" descr="Icons_card_AI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43">
            <a:biLevel thresh="75000"/>
          </a:blip>
          <a:srcRect l="31745" t="20627" r="32042" b="24564"/>
          <a:stretch>
            <a:fillRect/>
          </a:stretch>
        </p:blipFill>
        <p:spPr>
          <a:xfrm>
            <a:off x="12086372" y="13123173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ounded Rectangle 62"/>
          <p:cNvSpPr/>
          <p:nvPr>
            <p:custDataLst>
              <p:tags r:id="rId33"/>
            </p:custDataLst>
          </p:nvPr>
        </p:nvSpPr>
        <p:spPr>
          <a:xfrm>
            <a:off x="11391853" y="13084586"/>
            <a:ext cx="1117988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64" name="Up Arrow 63"/>
          <p:cNvSpPr/>
          <p:nvPr>
            <p:custDataLst>
              <p:tags r:id="rId34"/>
            </p:custDataLst>
          </p:nvPr>
        </p:nvSpPr>
        <p:spPr>
          <a:xfrm rot="5400000">
            <a:off x="14151811" y="7493696"/>
            <a:ext cx="389176" cy="1656261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5" name="Picture 64" descr="InfluxDB – Logos Download"/>
          <p:cNvPicPr>
            <a:picLocks noChangeAspect="1" noChangeArrowheads="1"/>
          </p:cNvPicPr>
          <p:nvPr>
            <p:custDataLst>
              <p:tags r:id="rId35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4495" y="8345701"/>
            <a:ext cx="1281851" cy="29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44"/>
          <a:srcRect l="26104" t="24896" r="26583" b="25917"/>
          <a:stretch>
            <a:fillRect/>
          </a:stretch>
        </p:blipFill>
        <p:spPr>
          <a:xfrm>
            <a:off x="18536118" y="7981954"/>
            <a:ext cx="623539" cy="648309"/>
          </a:xfrm>
          <a:prstGeom prst="rect">
            <a:avLst/>
          </a:prstGeom>
        </p:spPr>
      </p:pic>
      <p:sp>
        <p:nvSpPr>
          <p:cNvPr id="69" name="Rounded Rectangle 68"/>
          <p:cNvSpPr/>
          <p:nvPr>
            <p:custDataLst>
              <p:tags r:id="rId36"/>
            </p:custDataLst>
          </p:nvPr>
        </p:nvSpPr>
        <p:spPr>
          <a:xfrm>
            <a:off x="15732338" y="7915737"/>
            <a:ext cx="6429741" cy="7145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70" name="Text Box 69"/>
          <p:cNvSpPr txBox="1"/>
          <p:nvPr/>
        </p:nvSpPr>
        <p:spPr>
          <a:xfrm>
            <a:off x="13243772" y="7983457"/>
            <a:ext cx="22041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/>
              <a:t>Centralized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" name="Straight Connector 382"/>
          <p:cNvCxnSpPr/>
          <p:nvPr/>
        </p:nvCxnSpPr>
        <p:spPr>
          <a:xfrm flipH="1" flipV="1">
            <a:off x="11130372" y="12908009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1194516" y="12570137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8808453" y="7552230"/>
            <a:ext cx="3327912" cy="24451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70" name="Text Box 69"/>
          <p:cNvSpPr txBox="1"/>
          <p:nvPr/>
        </p:nvSpPr>
        <p:spPr>
          <a:xfrm>
            <a:off x="6167918" y="8244685"/>
            <a:ext cx="1430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Radio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9424588" y="7668069"/>
            <a:ext cx="589719" cy="593053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10311397" y="7662352"/>
            <a:ext cx="612583" cy="604009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11195187" y="7665687"/>
            <a:ext cx="580667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" name="Up Arrow 39"/>
          <p:cNvSpPr/>
          <p:nvPr>
            <p:custDataLst>
              <p:tags r:id="rId2"/>
            </p:custDataLst>
          </p:nvPr>
        </p:nvSpPr>
        <p:spPr>
          <a:xfrm flipV="1">
            <a:off x="10363811" y="8479473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ounded Rectangle 40"/>
          <p:cNvSpPr/>
          <p:nvPr>
            <p:custDataLst>
              <p:tags r:id="rId3"/>
            </p:custDataLst>
          </p:nvPr>
        </p:nvSpPr>
        <p:spPr>
          <a:xfrm>
            <a:off x="10595622" y="8313080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5719515" y="8516642"/>
            <a:ext cx="932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77539" y="10419694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4737729" y="7829132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5414671" y="7812138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25717" y="8524567"/>
            <a:ext cx="5123969" cy="2064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1869300" y="8475836"/>
            <a:ext cx="34229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077783" y="8121910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3192081" y="8090974"/>
            <a:ext cx="19284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4926238" y="8121992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2143878" y="8170454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7657911" y="8121910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2473464" y="9093042"/>
            <a:ext cx="1309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8829765" y="8121808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3282720" y="782913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452" y="834556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0718093" y="7837395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955" y="8351830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Up-Down Arrow 128"/>
          <p:cNvSpPr/>
          <p:nvPr/>
        </p:nvSpPr>
        <p:spPr>
          <a:xfrm>
            <a:off x="13816201" y="9696953"/>
            <a:ext cx="212123" cy="621126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0" name="TextBox 61"/>
          <p:cNvSpPr txBox="1"/>
          <p:nvPr/>
        </p:nvSpPr>
        <p:spPr>
          <a:xfrm>
            <a:off x="14306500" y="9641699"/>
            <a:ext cx="1024413" cy="6109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3282722" y="9013590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2928124" y="9105106"/>
            <a:ext cx="3040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3816202" y="8766534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4370207" y="10438874"/>
            <a:ext cx="3175" cy="12447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7172335" y="10438876"/>
            <a:ext cx="6986" cy="12809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066592" y="10410935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2631331" y="7812201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18106843" y="8507518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18865864" y="8505514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0516320" y="8879813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9465" y="9234978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11554766" y="914813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9"/>
            </p:custDataLst>
          </p:nvPr>
        </p:nvSpPr>
        <p:spPr>
          <a:xfrm>
            <a:off x="10307692" y="882233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4" name="Up-Down Arrow 203"/>
          <p:cNvSpPr/>
          <p:nvPr>
            <p:custDataLst>
              <p:tags r:id="rId10"/>
            </p:custDataLst>
          </p:nvPr>
        </p:nvSpPr>
        <p:spPr>
          <a:xfrm rot="5400000">
            <a:off x="10113737" y="9256813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8914532" y="8934995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8914533" y="9281136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9585075" y="8902598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3"/>
            </p:custDataLst>
          </p:nvPr>
        </p:nvSpPr>
        <p:spPr>
          <a:xfrm>
            <a:off x="8890395" y="8822126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6284085" y="9492448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7723080" y="9470049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380000">
            <a:off x="20812580" y="8713385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458" y="9152415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246442" y="9077735"/>
            <a:ext cx="395031" cy="410908"/>
          </a:xfrm>
          <a:prstGeom prst="rect">
            <a:avLst/>
          </a:prstGeom>
        </p:spPr>
      </p:pic>
      <p:sp>
        <p:nvSpPr>
          <p:cNvPr id="245" name="Up Arrow 244"/>
          <p:cNvSpPr/>
          <p:nvPr>
            <p:custDataLst>
              <p:tags r:id="rId15"/>
            </p:custDataLst>
          </p:nvPr>
        </p:nvSpPr>
        <p:spPr>
          <a:xfrm flipV="1">
            <a:off x="11658775" y="8479473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6" name="Up Arrow 245"/>
          <p:cNvSpPr/>
          <p:nvPr>
            <p:custDataLst>
              <p:tags r:id="rId16"/>
            </p:custDataLst>
          </p:nvPr>
        </p:nvSpPr>
        <p:spPr>
          <a:xfrm rot="19080000" flipV="1">
            <a:off x="10054518" y="8479473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49" name="Group 248"/>
          <p:cNvGrpSpPr/>
          <p:nvPr/>
        </p:nvGrpSpPr>
        <p:grpSpPr>
          <a:xfrm>
            <a:off x="22840394" y="7668069"/>
            <a:ext cx="589719" cy="593053"/>
            <a:chOff x="3567698" y="1471368"/>
            <a:chExt cx="732957" cy="737121"/>
          </a:xfrm>
        </p:grpSpPr>
        <p:sp>
          <p:nvSpPr>
            <p:cNvPr id="25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251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3" name="Group 252"/>
          <p:cNvGrpSpPr/>
          <p:nvPr/>
        </p:nvGrpSpPr>
        <p:grpSpPr>
          <a:xfrm>
            <a:off x="23704339" y="7662352"/>
            <a:ext cx="612583" cy="604009"/>
            <a:chOff x="3580704" y="3298867"/>
            <a:chExt cx="773192" cy="733053"/>
          </a:xfrm>
        </p:grpSpPr>
        <p:sp>
          <p:nvSpPr>
            <p:cNvPr id="254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25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6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57" name="Group 256"/>
          <p:cNvGrpSpPr/>
          <p:nvPr/>
        </p:nvGrpSpPr>
        <p:grpSpPr>
          <a:xfrm>
            <a:off x="24530969" y="7665687"/>
            <a:ext cx="580667" cy="604009"/>
            <a:chOff x="6033" y="7891"/>
            <a:chExt cx="1966" cy="1800"/>
          </a:xfrm>
        </p:grpSpPr>
        <p:grpSp>
          <p:nvGrpSpPr>
            <p:cNvPr id="258" name="Group 257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59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60" name="Picture 259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1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3" name="Rounded Rectangle 262"/>
          <p:cNvSpPr/>
          <p:nvPr>
            <p:custDataLst>
              <p:tags r:id="rId17"/>
            </p:custDataLst>
          </p:nvPr>
        </p:nvSpPr>
        <p:spPr>
          <a:xfrm>
            <a:off x="23049254" y="8313080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2881674" y="8879813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6229" y="9234978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23851530" y="914813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21"/>
            </p:custDataLst>
          </p:nvPr>
        </p:nvSpPr>
        <p:spPr>
          <a:xfrm>
            <a:off x="22604456" y="882233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0" name="Up-Down Arrow 279"/>
          <p:cNvSpPr/>
          <p:nvPr>
            <p:custDataLst>
              <p:tags r:id="rId22"/>
            </p:custDataLst>
          </p:nvPr>
        </p:nvSpPr>
        <p:spPr>
          <a:xfrm rot="16200000" flipH="1">
            <a:off x="24396452" y="9256813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24616055" y="8934995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24616056" y="9281136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5286598" y="8902598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25"/>
            </p:custDataLst>
          </p:nvPr>
        </p:nvSpPr>
        <p:spPr>
          <a:xfrm>
            <a:off x="24591918" y="8822126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21983190" y="9492448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20017950" y="9470049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7" name="Up Arrow 286"/>
          <p:cNvSpPr/>
          <p:nvPr>
            <p:custDataLst>
              <p:tags r:id="rId26"/>
            </p:custDataLst>
          </p:nvPr>
        </p:nvSpPr>
        <p:spPr>
          <a:xfrm flipV="1">
            <a:off x="24093990" y="8478838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8" name="Up Arrow 287"/>
          <p:cNvSpPr/>
          <p:nvPr>
            <p:custDataLst>
              <p:tags r:id="rId27"/>
            </p:custDataLst>
          </p:nvPr>
        </p:nvSpPr>
        <p:spPr>
          <a:xfrm rot="2520000" flipH="1" flipV="1">
            <a:off x="24433132" y="8480108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2" name="Up Arrow 261"/>
          <p:cNvSpPr/>
          <p:nvPr>
            <p:custDataLst>
              <p:tags r:id="rId28"/>
            </p:custDataLst>
          </p:nvPr>
        </p:nvSpPr>
        <p:spPr>
          <a:xfrm flipV="1">
            <a:off x="22812998" y="8457244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9" name="TextBox 22"/>
          <p:cNvSpPr txBox="1"/>
          <p:nvPr/>
        </p:nvSpPr>
        <p:spPr>
          <a:xfrm>
            <a:off x="16056139" y="8091012"/>
            <a:ext cx="14065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4959494" y="8088471"/>
            <a:ext cx="12058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0291662" y="7829132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17725953" y="7757385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0485362" y="8284498"/>
            <a:ext cx="612234" cy="446474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9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3418082" y="9144015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0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153930" y="9159257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Picture 300" descr="kafka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2243064" y="8687784"/>
            <a:ext cx="957092" cy="370262"/>
          </a:xfrm>
          <a:prstGeom prst="rect">
            <a:avLst/>
          </a:prstGeom>
        </p:spPr>
      </p:pic>
      <p:sp>
        <p:nvSpPr>
          <p:cNvPr id="303" name="Up Arrow 302"/>
          <p:cNvSpPr/>
          <p:nvPr>
            <p:custDataLst>
              <p:tags r:id="rId31"/>
            </p:custDataLst>
          </p:nvPr>
        </p:nvSpPr>
        <p:spPr>
          <a:xfrm rot="16200000" flipV="1">
            <a:off x="12563789" y="8783049"/>
            <a:ext cx="341683" cy="931053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5" name="Up Arrow 304"/>
          <p:cNvSpPr/>
          <p:nvPr>
            <p:custDataLst>
              <p:tags r:id="rId32"/>
            </p:custDataLst>
          </p:nvPr>
        </p:nvSpPr>
        <p:spPr>
          <a:xfrm rot="5400000" flipH="1" flipV="1">
            <a:off x="21718723" y="8791940"/>
            <a:ext cx="341683" cy="931053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6" name="Picture 305" descr="kafka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21467861" y="8687784"/>
            <a:ext cx="957092" cy="370262"/>
          </a:xfrm>
          <a:prstGeom prst="rect">
            <a:avLst/>
          </a:prstGeom>
        </p:spPr>
      </p:pic>
      <p:sp>
        <p:nvSpPr>
          <p:cNvPr id="310" name="Rounded Rectangle 309"/>
          <p:cNvSpPr/>
          <p:nvPr/>
        </p:nvSpPr>
        <p:spPr>
          <a:xfrm>
            <a:off x="13199523" y="7449978"/>
            <a:ext cx="8178789" cy="2246976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3024009" y="7449661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9323135" y="8775426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7294633" y="8782412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5412203" y="8790668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6" name="Rounded Rectangle 315"/>
          <p:cNvSpPr/>
          <p:nvPr>
            <p:custDataLst>
              <p:tags r:id="rId33"/>
            </p:custDataLst>
          </p:nvPr>
        </p:nvSpPr>
        <p:spPr>
          <a:xfrm>
            <a:off x="22484014" y="7552230"/>
            <a:ext cx="3327912" cy="24451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318" name="Up-Down Arrow 317"/>
          <p:cNvSpPr/>
          <p:nvPr/>
        </p:nvSpPr>
        <p:spPr>
          <a:xfrm>
            <a:off x="20426935" y="9769989"/>
            <a:ext cx="212123" cy="621126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63"/>
          <a:srcRect t="33051" b="33051"/>
          <a:stretch>
            <a:fillRect/>
          </a:stretch>
        </p:blipFill>
        <p:spPr>
          <a:xfrm>
            <a:off x="8983105" y="12375796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63"/>
          <a:srcRect t="33051" b="33051"/>
          <a:stretch>
            <a:fillRect/>
          </a:stretch>
        </p:blipFill>
        <p:spPr>
          <a:xfrm>
            <a:off x="23457619" y="12375796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81609" y="12052214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1170" y="12052214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48074" y="12052214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6811" y="12052214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2695" y="12052214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581609" y="12642220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991170" y="12665084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548074" y="12665084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416811" y="12665084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2302695" y="12677786"/>
            <a:ext cx="773549" cy="773549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9880761" y="11887676"/>
            <a:ext cx="821055" cy="1527810"/>
            <a:chOff x="8432" y="10616"/>
            <a:chExt cx="1293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2398536" y="11909901"/>
            <a:ext cx="821055" cy="1527810"/>
            <a:chOff x="8432" y="10616"/>
            <a:chExt cx="1293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5262386" y="11888311"/>
            <a:ext cx="821055" cy="1527810"/>
            <a:chOff x="8432" y="10616"/>
            <a:chExt cx="1293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18244981" y="11909901"/>
            <a:ext cx="821055" cy="1527810"/>
            <a:chOff x="8432" y="10616"/>
            <a:chExt cx="1293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9370854" y="10546558"/>
            <a:ext cx="1281430" cy="969645"/>
            <a:chOff x="8018" y="8504"/>
            <a:chExt cx="2018" cy="1527"/>
          </a:xfrm>
        </p:grpSpPr>
        <p:pic>
          <p:nvPicPr>
            <p:cNvPr id="97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6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41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7" name="Rounded Rectangle 466"/>
            <p:cNvSpPr/>
            <p:nvPr>
              <p:custDataLst>
                <p:tags r:id="rId42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69" name="Group 468"/>
          <p:cNvGrpSpPr/>
          <p:nvPr/>
        </p:nvGrpSpPr>
        <p:grpSpPr>
          <a:xfrm>
            <a:off x="12253119" y="10547193"/>
            <a:ext cx="1281430" cy="969645"/>
            <a:chOff x="8018" y="8504"/>
            <a:chExt cx="2018" cy="1527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0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73" name="Group 472"/>
          <p:cNvGrpSpPr/>
          <p:nvPr/>
        </p:nvGrpSpPr>
        <p:grpSpPr>
          <a:xfrm>
            <a:off x="14975999" y="10546558"/>
            <a:ext cx="1281430" cy="969645"/>
            <a:chOff x="8018" y="8504"/>
            <a:chExt cx="2018" cy="1527"/>
          </a:xfrm>
        </p:grpSpPr>
        <p:pic>
          <p:nvPicPr>
            <p:cNvPr id="474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5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" name="Rounded Rectangle 475"/>
            <p:cNvSpPr/>
            <p:nvPr>
              <p:custDataLst>
                <p:tags r:id="rId38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3524695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1921323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9304085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17672209" y="10547193"/>
            <a:ext cx="1281430" cy="969645"/>
            <a:chOff x="8018" y="8504"/>
            <a:chExt cx="2018" cy="1527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5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3" name="Rounded Rectangle 482"/>
            <p:cNvSpPr/>
            <p:nvPr>
              <p:custDataLst>
                <p:tags r:id="rId36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6428997" y="10547984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060081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347482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625739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1893455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9" name="Up Arrow 488"/>
          <p:cNvSpPr/>
          <p:nvPr/>
        </p:nvSpPr>
        <p:spPr>
          <a:xfrm>
            <a:off x="12516159" y="11560334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9"/>
          <p:cNvSpPr/>
          <p:nvPr/>
        </p:nvSpPr>
        <p:spPr>
          <a:xfrm>
            <a:off x="15762778" y="1158256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8627070" y="1158129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0860709" y="1158256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8258075" y="9829055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2768105" y="9816941"/>
            <a:ext cx="3031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495" name="TextBox 61"/>
          <p:cNvSpPr txBox="1"/>
          <p:nvPr/>
        </p:nvSpPr>
        <p:spPr>
          <a:xfrm>
            <a:off x="19525734" y="9630268"/>
            <a:ext cx="1024413" cy="6109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grpSp>
        <p:nvGrpSpPr>
          <p:cNvPr id="497" name="Group 496"/>
          <p:cNvGrpSpPr/>
          <p:nvPr/>
        </p:nvGrpSpPr>
        <p:grpSpPr>
          <a:xfrm>
            <a:off x="9586448" y="10194237"/>
            <a:ext cx="1180012" cy="2005004"/>
            <a:chOff x="3760" y="7549"/>
            <a:chExt cx="1858" cy="3157"/>
          </a:xfrm>
        </p:grpSpPr>
        <p:cxnSp>
          <p:nvCxnSpPr>
            <p:cNvPr id="321" name="Straight Arrow Connector 320"/>
            <p:cNvCxnSpPr/>
            <p:nvPr/>
          </p:nvCxnSpPr>
          <p:spPr>
            <a:xfrm flipH="1">
              <a:off x="3760" y="7549"/>
              <a:ext cx="16" cy="3137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334" name="Content Placeholder 72" descr="fc-apc"/>
            <p:cNvPicPr>
              <a:picLocks noChangeAspect="1"/>
            </p:cNvPicPr>
            <p:nvPr/>
          </p:nvPicPr>
          <p:blipFill>
            <a:blip r:embed="rId6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73" y="8540"/>
              <a:ext cx="1218" cy="1218"/>
            </a:xfrm>
            <a:prstGeom prst="rect">
              <a:avLst/>
            </a:prstGeom>
          </p:spPr>
        </p:pic>
        <p:cxnSp>
          <p:nvCxnSpPr>
            <p:cNvPr id="496" name="Straight Arrow Connector 495"/>
            <p:cNvCxnSpPr/>
            <p:nvPr/>
          </p:nvCxnSpPr>
          <p:spPr>
            <a:xfrm flipH="1" flipV="1">
              <a:off x="5602" y="7570"/>
              <a:ext cx="16" cy="3137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98" name="Group 497"/>
          <p:cNvGrpSpPr/>
          <p:nvPr/>
        </p:nvGrpSpPr>
        <p:grpSpPr>
          <a:xfrm>
            <a:off x="23908539" y="10154861"/>
            <a:ext cx="1180012" cy="2005004"/>
            <a:chOff x="3760" y="7549"/>
            <a:chExt cx="1858" cy="3157"/>
          </a:xfrm>
        </p:grpSpPr>
        <p:cxnSp>
          <p:nvCxnSpPr>
            <p:cNvPr id="499" name="Straight Arrow Connector 498"/>
            <p:cNvCxnSpPr/>
            <p:nvPr/>
          </p:nvCxnSpPr>
          <p:spPr>
            <a:xfrm flipH="1" flipV="1">
              <a:off x="3760" y="7549"/>
              <a:ext cx="16" cy="3137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00" name="Content Placeholder 72" descr="fc-apc"/>
            <p:cNvPicPr>
              <a:picLocks noChangeAspect="1"/>
            </p:cNvPicPr>
            <p:nvPr/>
          </p:nvPicPr>
          <p:blipFill>
            <a:blip r:embed="rId6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73" y="8540"/>
              <a:ext cx="1218" cy="1218"/>
            </a:xfrm>
            <a:prstGeom prst="rect">
              <a:avLst/>
            </a:prstGeom>
          </p:spPr>
        </p:pic>
        <p:cxnSp>
          <p:nvCxnSpPr>
            <p:cNvPr id="501" name="Straight Arrow Connector 500"/>
            <p:cNvCxnSpPr/>
            <p:nvPr/>
          </p:nvCxnSpPr>
          <p:spPr>
            <a:xfrm flipH="1">
              <a:off x="5602" y="7570"/>
              <a:ext cx="16" cy="3137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502" name="Rounded Rectangle 501"/>
          <p:cNvSpPr/>
          <p:nvPr>
            <p:custDataLst>
              <p:tags r:id="rId34"/>
            </p:custDataLst>
          </p:nvPr>
        </p:nvSpPr>
        <p:spPr>
          <a:xfrm>
            <a:off x="8983110" y="11806114"/>
            <a:ext cx="16726571" cy="196816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3088779" y="13414217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6658773" y="13117675"/>
            <a:ext cx="1430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1228214" y="13104976"/>
            <a:ext cx="1430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2</a:t>
            </a:r>
          </a:p>
        </p:txBody>
      </p:sp>
      <p:sp>
        <p:nvSpPr>
          <p:cNvPr id="507" name="Text Box 506"/>
          <p:cNvSpPr txBox="1"/>
          <p:nvPr/>
        </p:nvSpPr>
        <p:spPr>
          <a:xfrm>
            <a:off x="21888614" y="8257386"/>
            <a:ext cx="1430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Radio Access Network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2"/>
          <a:srcRect t="33051" b="33051"/>
          <a:stretch>
            <a:fillRect/>
          </a:stretch>
        </p:blipFill>
        <p:spPr>
          <a:xfrm>
            <a:off x="9021211" y="11839774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2"/>
          <a:srcRect t="33051" b="33051"/>
          <a:stretch>
            <a:fillRect/>
          </a:stretch>
        </p:blipFill>
        <p:spPr>
          <a:xfrm>
            <a:off x="23357274" y="11839774"/>
            <a:ext cx="2152982" cy="730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11130372" y="12908009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1194516" y="12570137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8050785" y="7442361"/>
            <a:ext cx="4888348" cy="254737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70" name="Text Box 69"/>
          <p:cNvSpPr txBox="1"/>
          <p:nvPr/>
        </p:nvSpPr>
        <p:spPr>
          <a:xfrm>
            <a:off x="6325399" y="7438231"/>
            <a:ext cx="2353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Radio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951440" y="7785562"/>
            <a:ext cx="589719" cy="593053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9786806" y="7762063"/>
            <a:ext cx="612583" cy="604009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8202606" y="7779369"/>
            <a:ext cx="580667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BEBA8EAE-BF5A-486C-A8C5-ECC9F3942E4B}">
                  <a14:imgProps xmlns:a14="http://schemas.microsoft.com/office/drawing/2010/main">
                    <a14:imgLayer r:embed="rId51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2"/>
            </p:custDataLst>
          </p:nvPr>
        </p:nvSpPr>
        <p:spPr>
          <a:xfrm>
            <a:off x="9924958" y="8449626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5719515" y="8516642"/>
            <a:ext cx="932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77539" y="10419694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4737729" y="7829132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5414671" y="7812138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25717" y="8524567"/>
            <a:ext cx="5123969" cy="2064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1869300" y="8475836"/>
            <a:ext cx="34229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077783" y="8121910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3192081" y="8090974"/>
            <a:ext cx="19284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4926238" y="8121992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2143878" y="8170454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7657911" y="8121910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2473464" y="9093042"/>
            <a:ext cx="1309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8829765" y="8121808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3282720" y="782913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452" y="834556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0718093" y="7837395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955" y="8351830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Up-Down Arrow 128"/>
          <p:cNvSpPr/>
          <p:nvPr/>
        </p:nvSpPr>
        <p:spPr>
          <a:xfrm>
            <a:off x="13816201" y="9696953"/>
            <a:ext cx="212123" cy="621126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0" name="TextBox 61"/>
          <p:cNvSpPr txBox="1"/>
          <p:nvPr/>
        </p:nvSpPr>
        <p:spPr>
          <a:xfrm>
            <a:off x="14306500" y="9641699"/>
            <a:ext cx="1024413" cy="6109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3282722" y="9013590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2928124" y="9105106"/>
            <a:ext cx="3040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3816202" y="8766534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4370207" y="10438874"/>
            <a:ext cx="3175" cy="12447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7172335" y="10438876"/>
            <a:ext cx="6986" cy="12809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066592" y="10410935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2631331" y="7812201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18106843" y="8507518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18865864" y="8505514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9858995" y="8872192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139" y="9227356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7"/>
          <a:srcRect l="21175" t="18134" r="21183" b="18638"/>
          <a:stretch>
            <a:fillRect/>
          </a:stretch>
        </p:blipFill>
        <p:spPr>
          <a:xfrm flipH="1">
            <a:off x="10897440" y="9140509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8"/>
            </p:custDataLst>
          </p:nvPr>
        </p:nvSpPr>
        <p:spPr>
          <a:xfrm>
            <a:off x="9650366" y="8814712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4" name="Up-Down Arrow 203"/>
          <p:cNvSpPr/>
          <p:nvPr>
            <p:custDataLst>
              <p:tags r:id="rId9"/>
            </p:custDataLst>
          </p:nvPr>
        </p:nvSpPr>
        <p:spPr>
          <a:xfrm rot="5400000">
            <a:off x="9456410" y="9249192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8257205" y="8927374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8257206" y="9273514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8927749" y="8894977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2"/>
            </p:custDataLst>
          </p:nvPr>
        </p:nvSpPr>
        <p:spPr>
          <a:xfrm>
            <a:off x="8233069" y="8814505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5626860" y="9484828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7065855" y="9462429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380000">
            <a:off x="20812580" y="8713385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458" y="9152415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5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246442" y="9077735"/>
            <a:ext cx="395031" cy="410908"/>
          </a:xfrm>
          <a:prstGeom prst="rect">
            <a:avLst/>
          </a:prstGeom>
        </p:spPr>
      </p:pic>
      <p:sp>
        <p:nvSpPr>
          <p:cNvPr id="245" name="Up Arrow 244"/>
          <p:cNvSpPr/>
          <p:nvPr>
            <p:custDataLst>
              <p:tags r:id="rId14"/>
            </p:custDataLst>
          </p:nvPr>
        </p:nvSpPr>
        <p:spPr>
          <a:xfrm flipV="1">
            <a:off x="11007800" y="8449623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3495179" y="8906488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9733" y="9261652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7"/>
          <a:srcRect l="21175" t="18134" r="21183" b="18638"/>
          <a:stretch>
            <a:fillRect/>
          </a:stretch>
        </p:blipFill>
        <p:spPr>
          <a:xfrm flipH="1">
            <a:off x="24465034" y="9174804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8"/>
            </p:custDataLst>
          </p:nvPr>
        </p:nvSpPr>
        <p:spPr>
          <a:xfrm>
            <a:off x="23217960" y="8849007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0" name="Up-Down Arrow 279"/>
          <p:cNvSpPr/>
          <p:nvPr>
            <p:custDataLst>
              <p:tags r:id="rId19"/>
            </p:custDataLst>
          </p:nvPr>
        </p:nvSpPr>
        <p:spPr>
          <a:xfrm rot="16200000" flipH="1">
            <a:off x="25009956" y="9256813"/>
            <a:ext cx="108608" cy="251512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25229559" y="8934995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25229560" y="9281136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25900102" y="8902598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22"/>
            </p:custDataLst>
          </p:nvPr>
        </p:nvSpPr>
        <p:spPr>
          <a:xfrm>
            <a:off x="25205422" y="8822126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22596600" y="9492448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20631360" y="9496719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6056139" y="8091012"/>
            <a:ext cx="14065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4959494" y="8088471"/>
            <a:ext cx="12058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0291662" y="7829132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17725953" y="779739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0485362" y="8284498"/>
            <a:ext cx="612234" cy="446474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 rotWithShape="1">
          <a:blip r:embed="rI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3418082" y="9144015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4"/>
            </p:custDataLst>
          </p:nvPr>
        </p:nvPicPr>
        <p:blipFill rotWithShape="1">
          <a:blip r:embed="rI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153930" y="9159257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3199523" y="7449978"/>
            <a:ext cx="8178789" cy="2246976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3024009" y="7449661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9323135" y="8775426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7294633" y="8782412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5412203" y="8790668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8" name="Up-Down Arrow 317"/>
          <p:cNvSpPr/>
          <p:nvPr/>
        </p:nvSpPr>
        <p:spPr>
          <a:xfrm>
            <a:off x="20426935" y="9769989"/>
            <a:ext cx="212123" cy="621126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81609" y="12052214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1170" y="12052214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48074" y="12052214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6811" y="12052214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2695" y="12052214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581609" y="12642220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991170" y="12665084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548074" y="12665084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416811" y="12665084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2302695" y="12677786"/>
            <a:ext cx="773549" cy="773549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9880761" y="11887676"/>
            <a:ext cx="821055" cy="1527810"/>
            <a:chOff x="8432" y="10616"/>
            <a:chExt cx="1293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2398536" y="11909901"/>
            <a:ext cx="821055" cy="1527810"/>
            <a:chOff x="8432" y="10616"/>
            <a:chExt cx="1293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5262386" y="11888311"/>
            <a:ext cx="821055" cy="1527810"/>
            <a:chOff x="8432" y="10616"/>
            <a:chExt cx="1293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18244981" y="11909901"/>
            <a:ext cx="821055" cy="1527810"/>
            <a:chOff x="8432" y="10616"/>
            <a:chExt cx="1293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9370854" y="10546558"/>
            <a:ext cx="1281430" cy="969645"/>
            <a:chOff x="8018" y="8504"/>
            <a:chExt cx="2018" cy="1527"/>
          </a:xfrm>
        </p:grpSpPr>
        <p:pic>
          <p:nvPicPr>
            <p:cNvPr id="97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6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7" name="Rounded Rectangle 466"/>
            <p:cNvSpPr/>
            <p:nvPr>
              <p:custDataLst>
                <p:tags r:id="rId40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69" name="Group 468"/>
          <p:cNvGrpSpPr/>
          <p:nvPr/>
        </p:nvGrpSpPr>
        <p:grpSpPr>
          <a:xfrm>
            <a:off x="12253119" y="10547193"/>
            <a:ext cx="1281430" cy="969645"/>
            <a:chOff x="8018" y="8504"/>
            <a:chExt cx="2018" cy="1527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38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73" name="Group 472"/>
          <p:cNvGrpSpPr/>
          <p:nvPr/>
        </p:nvGrpSpPr>
        <p:grpSpPr>
          <a:xfrm>
            <a:off x="14975999" y="10546558"/>
            <a:ext cx="1281430" cy="969645"/>
            <a:chOff x="8018" y="8504"/>
            <a:chExt cx="2018" cy="1527"/>
          </a:xfrm>
        </p:grpSpPr>
        <p:pic>
          <p:nvPicPr>
            <p:cNvPr id="474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5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5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" name="Rounded Rectangle 475"/>
            <p:cNvSpPr/>
            <p:nvPr>
              <p:custDataLst>
                <p:tags r:id="rId36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3524695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21921323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9304085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17672209" y="10547193"/>
            <a:ext cx="1281430" cy="969645"/>
            <a:chOff x="8018" y="8504"/>
            <a:chExt cx="2018" cy="1527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3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3" name="Rounded Rectangle 482"/>
            <p:cNvSpPr/>
            <p:nvPr>
              <p:custDataLst>
                <p:tags r:id="rId34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6428997" y="10547984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060081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347482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625739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1893455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9" name="Up Arrow 488"/>
          <p:cNvSpPr/>
          <p:nvPr/>
        </p:nvSpPr>
        <p:spPr>
          <a:xfrm>
            <a:off x="12516159" y="11560334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9"/>
          <p:cNvSpPr/>
          <p:nvPr/>
        </p:nvSpPr>
        <p:spPr>
          <a:xfrm>
            <a:off x="15762778" y="1158256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8627070" y="1158129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0860709" y="1158256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8258075" y="9829055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2768105" y="9816941"/>
            <a:ext cx="3031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495" name="TextBox 61"/>
          <p:cNvSpPr txBox="1"/>
          <p:nvPr/>
        </p:nvSpPr>
        <p:spPr>
          <a:xfrm>
            <a:off x="19525734" y="9630268"/>
            <a:ext cx="1024413" cy="6109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sp>
        <p:nvSpPr>
          <p:cNvPr id="502" name="Rounded Rectangle 501"/>
          <p:cNvSpPr/>
          <p:nvPr>
            <p:custDataLst>
              <p:tags r:id="rId25"/>
            </p:custDataLst>
          </p:nvPr>
        </p:nvSpPr>
        <p:spPr>
          <a:xfrm>
            <a:off x="8050787" y="11806114"/>
            <a:ext cx="18431173" cy="196816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3088779" y="13414217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6381275" y="13387547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0565269" y="13378021"/>
            <a:ext cx="2536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2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1416168" y="7653845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8851828" y="7662135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0403" y="8176543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11634643" y="8814804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1828344" y="9270170"/>
            <a:ext cx="612234" cy="446474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9048043" y="881593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119" y="909815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6"/>
            </p:custDataLst>
          </p:nvPr>
        </p:nvSpPr>
        <p:spPr>
          <a:xfrm flipV="1">
            <a:off x="9742050" y="8475027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7"/>
            </p:custDataLst>
          </p:nvPr>
        </p:nvSpPr>
        <p:spPr>
          <a:xfrm rot="19080000" flipV="1">
            <a:off x="9333047" y="8469311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0586730" y="7773246"/>
            <a:ext cx="684000" cy="610329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11219288" y="7958690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8"/>
            </p:custDataLst>
          </p:nvPr>
        </p:nvSpPr>
        <p:spPr>
          <a:xfrm>
            <a:off x="21593610" y="7438550"/>
            <a:ext cx="4888348" cy="254737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20831339" y="7445851"/>
            <a:ext cx="2353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Radio Access Network 2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23975950" y="7830653"/>
            <a:ext cx="589719" cy="593053"/>
            <a:chOff x="3567698" y="1471368"/>
            <a:chExt cx="732957" cy="737121"/>
          </a:xfrm>
        </p:grpSpPr>
        <p:sp>
          <p:nvSpPr>
            <p:cNvPr id="34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6" name="Picture 36" descr="Router Icon Transparent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/>
          <p:cNvGrpSpPr/>
          <p:nvPr/>
        </p:nvGrpSpPr>
        <p:grpSpPr>
          <a:xfrm>
            <a:off x="24811315" y="7807155"/>
            <a:ext cx="612583" cy="604009"/>
            <a:chOff x="3580704" y="3298867"/>
            <a:chExt cx="773192" cy="733053"/>
          </a:xfrm>
        </p:grpSpPr>
        <p:sp>
          <p:nvSpPr>
            <p:cNvPr id="39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43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Graphic 35" descr="Lightbulb and gear outline"/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45" name="Group 44"/>
          <p:cNvGrpSpPr/>
          <p:nvPr/>
        </p:nvGrpSpPr>
        <p:grpSpPr>
          <a:xfrm>
            <a:off x="23227114" y="7824461"/>
            <a:ext cx="580667" cy="604009"/>
            <a:chOff x="6033" y="7891"/>
            <a:chExt cx="1966" cy="1800"/>
          </a:xfrm>
        </p:grpSpPr>
        <p:grpSp>
          <p:nvGrpSpPr>
            <p:cNvPr id="46" name="Group 45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47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48" name="Picture 47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9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BEBA8EAE-BF5A-486C-A8C5-ECC9F3942E4B}">
                  <a14:imgProps xmlns:a14="http://schemas.microsoft.com/office/drawing/2010/main">
                    <a14:imgLayer r:embed="rId51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Rounded Rectangle 49"/>
          <p:cNvSpPr/>
          <p:nvPr>
            <p:custDataLst>
              <p:tags r:id="rId29"/>
            </p:custDataLst>
          </p:nvPr>
        </p:nvSpPr>
        <p:spPr>
          <a:xfrm>
            <a:off x="23533199" y="8485826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30"/>
            </p:custDataLst>
          </p:nvPr>
        </p:nvSpPr>
        <p:spPr>
          <a:xfrm flipV="1">
            <a:off x="24565868" y="8482648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1682524" y="7697667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19169308" y="769706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9473" y="8211473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31"/>
            </p:custDataLst>
          </p:nvPr>
        </p:nvSpPr>
        <p:spPr>
          <a:xfrm flipV="1">
            <a:off x="23332508" y="846867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Up Arrow 56"/>
          <p:cNvSpPr/>
          <p:nvPr>
            <p:custDataLst>
              <p:tags r:id="rId32"/>
            </p:custDataLst>
          </p:nvPr>
        </p:nvSpPr>
        <p:spPr>
          <a:xfrm rot="2520000" flipH="1" flipV="1">
            <a:off x="25014247" y="8483283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25611239" y="7818338"/>
            <a:ext cx="684000" cy="610329"/>
            <a:chOff x="16024" y="7603"/>
            <a:chExt cx="2175" cy="1800"/>
          </a:xfrm>
        </p:grpSpPr>
        <p:grpSp>
          <p:nvGrpSpPr>
            <p:cNvPr id="59" name="Group 5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60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61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2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3" name="Up-Down Arrow 62"/>
          <p:cNvSpPr/>
          <p:nvPr/>
        </p:nvSpPr>
        <p:spPr>
          <a:xfrm rot="16200000" flipH="1">
            <a:off x="22975583" y="7991715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21874959" y="8822425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2068661" y="9277791"/>
            <a:ext cx="612234" cy="446474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19275353" y="880831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8713" y="907783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/>
          <p:cNvGrpSpPr/>
          <p:nvPr/>
        </p:nvGrpSpPr>
        <p:grpSpPr>
          <a:xfrm>
            <a:off x="9557869" y="10163116"/>
            <a:ext cx="1230820" cy="1498831"/>
            <a:chOff x="3715" y="7500"/>
            <a:chExt cx="1938" cy="2360"/>
          </a:xfrm>
        </p:grpSpPr>
        <p:cxnSp>
          <p:nvCxnSpPr>
            <p:cNvPr id="321" name="Straight Arrow Connector 320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334" name="Content Placeholder 72" descr="fc-apc"/>
            <p:cNvPicPr>
              <a:picLocks noChangeAspect="1"/>
            </p:cNvPicPr>
            <p:nvPr/>
          </p:nvPicPr>
          <p:blipFill>
            <a:blip r:embed="rId6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71" name="Straight Arrow Connector 70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88" name="Picture 2" descr="7 Series DPO oscilloscope with two jitter measurements displayed at the same time"/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0" b="8562"/>
          <a:stretch>
            <a:fillRect/>
          </a:stretch>
        </p:blipFill>
        <p:spPr bwMode="auto">
          <a:xfrm>
            <a:off x="9306373" y="12546637"/>
            <a:ext cx="1524235" cy="86881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/>
        </p:spPr>
      </p:pic>
      <p:pic>
        <p:nvPicPr>
          <p:cNvPr id="74" name="Picture 2" descr="7 Series DPO oscilloscope with two jitter measurements displayed at the same time"/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0" b="8562"/>
          <a:stretch>
            <a:fillRect/>
          </a:stretch>
        </p:blipFill>
        <p:spPr bwMode="auto">
          <a:xfrm>
            <a:off x="23726903" y="12519963"/>
            <a:ext cx="1524235" cy="86881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/>
        </p:spPr>
      </p:pic>
      <p:sp>
        <p:nvSpPr>
          <p:cNvPr id="75" name="TextBox 58"/>
          <p:cNvSpPr txBox="1"/>
          <p:nvPr/>
        </p:nvSpPr>
        <p:spPr>
          <a:xfrm>
            <a:off x="5580505" y="12052132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Tx/Rx</a:t>
            </a:r>
          </a:p>
        </p:txBody>
      </p:sp>
      <p:sp>
        <p:nvSpPr>
          <p:cNvPr id="76" name="TextBox 58"/>
          <p:cNvSpPr txBox="1"/>
          <p:nvPr/>
        </p:nvSpPr>
        <p:spPr>
          <a:xfrm>
            <a:off x="22928705" y="12160717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Tx/Rx</a:t>
            </a:r>
          </a:p>
        </p:txBody>
      </p:sp>
      <p:sp>
        <p:nvSpPr>
          <p:cNvPr id="77" name="TextBox 58"/>
          <p:cNvSpPr txBox="1"/>
          <p:nvPr/>
        </p:nvSpPr>
        <p:spPr>
          <a:xfrm>
            <a:off x="5527199" y="12653491"/>
            <a:ext cx="1286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Polarization Sensing </a:t>
            </a:r>
          </a:p>
        </p:txBody>
      </p:sp>
      <p:sp>
        <p:nvSpPr>
          <p:cNvPr id="78" name="TextBox 58"/>
          <p:cNvSpPr txBox="1"/>
          <p:nvPr/>
        </p:nvSpPr>
        <p:spPr>
          <a:xfrm>
            <a:off x="22596634" y="12640790"/>
            <a:ext cx="1286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Polarization Sensing 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23807558" y="10184710"/>
            <a:ext cx="1230820" cy="1498831"/>
            <a:chOff x="3715" y="7500"/>
            <a:chExt cx="1938" cy="2360"/>
          </a:xfrm>
        </p:grpSpPr>
        <p:cxnSp>
          <p:nvCxnSpPr>
            <p:cNvPr id="81" name="Straight Arrow Connector 80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82" name="Content Placeholder 72" descr="fc-apc"/>
            <p:cNvPicPr>
              <a:picLocks noChangeAspect="1"/>
            </p:cNvPicPr>
            <p:nvPr/>
          </p:nvPicPr>
          <p:blipFill>
            <a:blip r:embed="rId6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83" name="Straight Arrow Connector 8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2"/>
          <a:srcRect t="33051" b="33051"/>
          <a:stretch>
            <a:fillRect/>
          </a:stretch>
        </p:blipFill>
        <p:spPr>
          <a:xfrm>
            <a:off x="6322219" y="11838782"/>
            <a:ext cx="21526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2"/>
          <a:srcRect t="33051" b="33051"/>
          <a:stretch>
            <a:fillRect/>
          </a:stretch>
        </p:blipFill>
        <p:spPr>
          <a:xfrm>
            <a:off x="20656074" y="11838782"/>
            <a:ext cx="2152650" cy="73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8431055" y="12906855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8495189" y="12569035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351944" y="7442046"/>
            <a:ext cx="4887595" cy="254698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70" name="Text Box 69"/>
          <p:cNvSpPr txBox="1"/>
          <p:nvPr/>
        </p:nvSpPr>
        <p:spPr>
          <a:xfrm>
            <a:off x="6325399" y="7438231"/>
            <a:ext cx="255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290558" y="7785192"/>
            <a:ext cx="645036" cy="617500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7087136" y="7776788"/>
            <a:ext cx="679708" cy="625907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5503740" y="7779001"/>
            <a:ext cx="649885" cy="603916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BEBA8EAE-BF5A-486C-A8C5-ECC9F3942E4B}">
                  <a14:imgProps xmlns:a14="http://schemas.microsoft.com/office/drawing/2010/main">
                    <a14:imgLayer r:embed="rId51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2"/>
            </p:custDataLst>
          </p:nvPr>
        </p:nvSpPr>
        <p:spPr>
          <a:xfrm>
            <a:off x="5896248" y="8478164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5719515" y="8516642"/>
            <a:ext cx="932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78120" y="10418921"/>
            <a:ext cx="10966450" cy="124460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2037859" y="7828760"/>
            <a:ext cx="542480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5414671" y="7812138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2225814" y="8524086"/>
            <a:ext cx="5123180" cy="2063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1869300" y="8475836"/>
            <a:ext cx="34229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3377704" y="8121491"/>
            <a:ext cx="1570990" cy="36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3192081" y="8090974"/>
            <a:ext cx="19284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2226339" y="8121573"/>
            <a:ext cx="1151155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2143878" y="8170454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4957589" y="8121491"/>
            <a:ext cx="1157605" cy="36068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2473464" y="9093042"/>
            <a:ext cx="1309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6129262" y="8121389"/>
            <a:ext cx="1219739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0583074" y="7828760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34" y="8345111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0718093" y="7837395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92" y="8351373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Up-Down Arrow 128"/>
          <p:cNvSpPr/>
          <p:nvPr/>
        </p:nvSpPr>
        <p:spPr>
          <a:xfrm>
            <a:off x="11116469" y="9811861"/>
            <a:ext cx="212090" cy="62103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0" name="TextBox 61"/>
          <p:cNvSpPr txBox="1"/>
          <p:nvPr/>
        </p:nvSpPr>
        <p:spPr>
          <a:xfrm>
            <a:off x="11606694" y="9641046"/>
            <a:ext cx="1024255" cy="6108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583074" y="9013036"/>
            <a:ext cx="8024495" cy="601345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2928124" y="9105106"/>
            <a:ext cx="3040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1116474" y="8766016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1670391" y="10438098"/>
            <a:ext cx="3175" cy="124460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4472090" y="10438102"/>
            <a:ext cx="6985" cy="128079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17365901" y="10410163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2631331" y="7812201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15406454" y="8507037"/>
            <a:ext cx="748703" cy="239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16165354" y="8505036"/>
            <a:ext cx="1084580" cy="235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5747579" y="8926258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740" y="9281367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7"/>
          <a:srcRect l="21175" t="18134" r="21183" b="18638"/>
          <a:stretch>
            <a:fillRect/>
          </a:stretch>
        </p:blipFill>
        <p:spPr>
          <a:xfrm flipH="1">
            <a:off x="6785865" y="9194534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8"/>
            </p:custDataLst>
          </p:nvPr>
        </p:nvSpPr>
        <p:spPr>
          <a:xfrm>
            <a:off x="5538982" y="8868783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4" name="Up-Down Arrow 203"/>
          <p:cNvSpPr/>
          <p:nvPr>
            <p:custDataLst>
              <p:tags r:id="rId9"/>
            </p:custDataLst>
          </p:nvPr>
        </p:nvSpPr>
        <p:spPr>
          <a:xfrm rot="5400000">
            <a:off x="8667346" y="7920794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8994998" y="8981096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8995003" y="9327181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9665440" y="8948706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2"/>
            </p:custDataLst>
          </p:nvPr>
        </p:nvSpPr>
        <p:spPr>
          <a:xfrm>
            <a:off x="8970867" y="8868241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8994998" y="9571335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5653561" y="9546057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111770" y="8712877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994" y="9151837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5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2546489" y="9077171"/>
            <a:ext cx="394970" cy="410845"/>
          </a:xfrm>
          <a:prstGeom prst="rect">
            <a:avLst/>
          </a:prstGeom>
        </p:spPr>
      </p:pic>
      <p:sp>
        <p:nvSpPr>
          <p:cNvPr id="245" name="Up Arrow 244"/>
          <p:cNvSpPr/>
          <p:nvPr>
            <p:custDataLst>
              <p:tags r:id="rId14"/>
            </p:custDataLst>
          </p:nvPr>
        </p:nvSpPr>
        <p:spPr>
          <a:xfrm rot="2318099" flipV="1">
            <a:off x="7346627" y="8466434"/>
            <a:ext cx="188435" cy="474032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2229030" y="8892705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3611" y="9247814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7"/>
          <a:srcRect l="21175" t="18134" r="21183" b="18638"/>
          <a:stretch>
            <a:fillRect/>
          </a:stretch>
        </p:blipFill>
        <p:spPr>
          <a:xfrm flipH="1">
            <a:off x="23198736" y="9160983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8"/>
            </p:custDataLst>
          </p:nvPr>
        </p:nvSpPr>
        <p:spPr>
          <a:xfrm>
            <a:off x="21951854" y="8835232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19065722" y="8952247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19065727" y="9298332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9736164" y="8919857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21"/>
            </p:custDataLst>
          </p:nvPr>
        </p:nvSpPr>
        <p:spPr>
          <a:xfrm>
            <a:off x="19041591" y="8839393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19058053" y="9510243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22066432" y="9483476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6056139" y="8091012"/>
            <a:ext cx="14065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4959494" y="8088471"/>
            <a:ext cx="12058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17590934" y="7828760"/>
            <a:ext cx="104076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17725953" y="779739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7784605" y="8284056"/>
            <a:ext cx="612140" cy="446405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2"/>
            </p:custDataLst>
          </p:nvPr>
        </p:nvPicPr>
        <p:blipFill rotWithShape="1">
          <a:blip r:embed="rI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0718413" y="9143438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 rotWithShape="1">
          <a:blip r:embed="rI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7453224" y="9158678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0499885" y="7449662"/>
            <a:ext cx="8177530" cy="2246630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3024009" y="7449661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6622559" y="8774906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4594369" y="8781891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2712229" y="8790146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8" name="Up-Down Arrow 317"/>
          <p:cNvSpPr/>
          <p:nvPr/>
        </p:nvSpPr>
        <p:spPr>
          <a:xfrm>
            <a:off x="17726185" y="9769316"/>
            <a:ext cx="212090" cy="62103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2221" y="12051188"/>
            <a:ext cx="773430" cy="773430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91411" y="12051188"/>
            <a:ext cx="773430" cy="773430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47921" y="12051188"/>
            <a:ext cx="773430" cy="773430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16216" y="12051188"/>
            <a:ext cx="773430" cy="773430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01656" y="12051188"/>
            <a:ext cx="773430" cy="773430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8882221" y="12641103"/>
            <a:ext cx="773430" cy="773430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291411" y="12663963"/>
            <a:ext cx="773430" cy="773430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847921" y="12663963"/>
            <a:ext cx="773430" cy="773430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716216" y="12663963"/>
            <a:ext cx="773430" cy="773430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601656" y="12676663"/>
            <a:ext cx="773430" cy="773430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9880759" y="11887041"/>
            <a:ext cx="820420" cy="1527810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2398534" y="11909266"/>
            <a:ext cx="820420" cy="1527810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5262384" y="11887676"/>
            <a:ext cx="820420" cy="1527810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18244979" y="11909266"/>
            <a:ext cx="820420" cy="1527810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9370854" y="10546556"/>
            <a:ext cx="1281430" cy="969010"/>
            <a:chOff x="8018" y="8504"/>
            <a:chExt cx="2018" cy="1526"/>
          </a:xfrm>
        </p:grpSpPr>
        <p:pic>
          <p:nvPicPr>
            <p:cNvPr id="97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6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7" name="Rounded Rectangle 466"/>
            <p:cNvSpPr/>
            <p:nvPr>
              <p:custDataLst>
                <p:tags r:id="rId40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69" name="Group 468"/>
          <p:cNvGrpSpPr/>
          <p:nvPr/>
        </p:nvGrpSpPr>
        <p:grpSpPr>
          <a:xfrm>
            <a:off x="12253119" y="10547191"/>
            <a:ext cx="1281430" cy="969010"/>
            <a:chOff x="8018" y="8504"/>
            <a:chExt cx="2018" cy="1526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38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73" name="Group 472"/>
          <p:cNvGrpSpPr/>
          <p:nvPr/>
        </p:nvGrpSpPr>
        <p:grpSpPr>
          <a:xfrm>
            <a:off x="14975999" y="10546556"/>
            <a:ext cx="1281430" cy="969010"/>
            <a:chOff x="8018" y="8504"/>
            <a:chExt cx="2018" cy="1526"/>
          </a:xfrm>
        </p:grpSpPr>
        <p:pic>
          <p:nvPicPr>
            <p:cNvPr id="474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5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5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" name="Rounded Rectangle 475"/>
            <p:cNvSpPr/>
            <p:nvPr>
              <p:custDataLst>
                <p:tags r:id="rId36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0825009" y="10546556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9220344" y="10546556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6603509" y="10546556"/>
            <a:ext cx="530225" cy="5346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17672209" y="10547191"/>
            <a:ext cx="1281430" cy="969010"/>
            <a:chOff x="8018" y="8504"/>
            <a:chExt cx="2018" cy="1526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3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3" name="Rounded Rectangle 482"/>
            <p:cNvSpPr/>
            <p:nvPr>
              <p:custDataLst>
                <p:tags r:id="rId34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3728864" y="10547191"/>
            <a:ext cx="530225" cy="53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060081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347482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625739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18934555" y="11217107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9" name="Up Arrow 488"/>
          <p:cNvSpPr/>
          <p:nvPr/>
        </p:nvSpPr>
        <p:spPr>
          <a:xfrm>
            <a:off x="9816629" y="11559385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9"/>
          <p:cNvSpPr/>
          <p:nvPr/>
        </p:nvSpPr>
        <p:spPr>
          <a:xfrm>
            <a:off x="13062748" y="11581611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5926599" y="11580341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18159894" y="11581611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557663" y="9828375"/>
            <a:ext cx="956945" cy="370205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2768105" y="9816941"/>
            <a:ext cx="3031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495" name="TextBox 61"/>
          <p:cNvSpPr txBox="1"/>
          <p:nvPr/>
        </p:nvSpPr>
        <p:spPr>
          <a:xfrm>
            <a:off x="16825124" y="9629617"/>
            <a:ext cx="1024255" cy="6108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sp>
        <p:nvSpPr>
          <p:cNvPr id="502" name="Rounded Rectangle 501"/>
          <p:cNvSpPr/>
          <p:nvPr>
            <p:custDataLst>
              <p:tags r:id="rId24"/>
            </p:custDataLst>
          </p:nvPr>
        </p:nvSpPr>
        <p:spPr>
          <a:xfrm>
            <a:off x="5351944" y="11805130"/>
            <a:ext cx="18428335" cy="196786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3088779" y="13414217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6381275" y="13387547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0565269" y="13378021"/>
            <a:ext cx="2536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2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422123" y="8865490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7467115" y="8874125"/>
            <a:ext cx="13417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341" y="9388103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8970867" y="7611097"/>
            <a:ext cx="1108863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9173485" y="8066393"/>
            <a:ext cx="612140" cy="446405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9033085" y="7613561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774" y="9097586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5"/>
            </p:custDataLst>
          </p:nvPr>
        </p:nvSpPr>
        <p:spPr>
          <a:xfrm flipV="1">
            <a:off x="6963069" y="8475525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6"/>
            </p:custDataLst>
          </p:nvPr>
        </p:nvSpPr>
        <p:spPr>
          <a:xfrm flipV="1">
            <a:off x="5673464" y="8475621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887498" y="7776785"/>
            <a:ext cx="700209" cy="606326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7240082" y="9191246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7"/>
            </p:custDataLst>
          </p:nvPr>
        </p:nvSpPr>
        <p:spPr>
          <a:xfrm>
            <a:off x="18892684" y="7438236"/>
            <a:ext cx="4887595" cy="254698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20831339" y="7445851"/>
            <a:ext cx="2540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8"/>
            </p:custDataLst>
          </p:nvPr>
        </p:nvSpPr>
        <p:spPr>
          <a:xfrm>
            <a:off x="22289317" y="8485351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9"/>
            </p:custDataLst>
          </p:nvPr>
        </p:nvSpPr>
        <p:spPr>
          <a:xfrm flipV="1">
            <a:off x="23321827" y="8482175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0409396" y="8839384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20450190" y="8839130"/>
            <a:ext cx="136460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6320" y="9353107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30"/>
            </p:custDataLst>
          </p:nvPr>
        </p:nvSpPr>
        <p:spPr>
          <a:xfrm flipV="1">
            <a:off x="22088657" y="8468205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Up Arrow 56"/>
          <p:cNvSpPr/>
          <p:nvPr>
            <p:custDataLst>
              <p:tags r:id="rId31"/>
            </p:custDataLst>
          </p:nvPr>
        </p:nvSpPr>
        <p:spPr>
          <a:xfrm rot="18951716" flipH="1" flipV="1">
            <a:off x="21662572" y="8451675"/>
            <a:ext cx="163195" cy="486422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9041587" y="7636410"/>
            <a:ext cx="1109088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9268524" y="8091705"/>
            <a:ext cx="612140" cy="446405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19176218" y="7622818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6858794" y="10162381"/>
            <a:ext cx="1230630" cy="1498600"/>
            <a:chOff x="3715" y="7500"/>
            <a:chExt cx="1938" cy="2360"/>
          </a:xfrm>
        </p:grpSpPr>
        <p:cxnSp>
          <p:nvCxnSpPr>
            <p:cNvPr id="321" name="Straight Arrow Connector 320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334" name="Content Placeholder 72" descr="fc-apc"/>
            <p:cNvPicPr>
              <a:picLocks noChangeAspect="1"/>
            </p:cNvPicPr>
            <p:nvPr/>
          </p:nvPicPr>
          <p:blipFill>
            <a:blip r:embed="rId6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71" name="Straight Arrow Connector 70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88" name="Picture 2" descr="7 Series DPO oscilloscope with two jitter measurements displayed at the same time"/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0" b="8562"/>
          <a:stretch>
            <a:fillRect/>
          </a:stretch>
        </p:blipFill>
        <p:spPr bwMode="auto">
          <a:xfrm>
            <a:off x="6607335" y="12545536"/>
            <a:ext cx="1524000" cy="868680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/>
        </p:spPr>
      </p:pic>
      <p:pic>
        <p:nvPicPr>
          <p:cNvPr id="74" name="Picture 2" descr="7 Series DPO oscilloscope with two jitter measurements displayed at the same time"/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0" b="8562"/>
          <a:stretch>
            <a:fillRect/>
          </a:stretch>
        </p:blipFill>
        <p:spPr bwMode="auto">
          <a:xfrm>
            <a:off x="21025644" y="12518867"/>
            <a:ext cx="1524000" cy="868680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/>
        </p:spPr>
      </p:pic>
      <p:sp>
        <p:nvSpPr>
          <p:cNvPr id="75" name="TextBox 58"/>
          <p:cNvSpPr txBox="1"/>
          <p:nvPr/>
        </p:nvSpPr>
        <p:spPr>
          <a:xfrm>
            <a:off x="5580505" y="12052132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Tx/Rx</a:t>
            </a:r>
          </a:p>
        </p:txBody>
      </p:sp>
      <p:sp>
        <p:nvSpPr>
          <p:cNvPr id="76" name="TextBox 58"/>
          <p:cNvSpPr txBox="1"/>
          <p:nvPr/>
        </p:nvSpPr>
        <p:spPr>
          <a:xfrm>
            <a:off x="22928705" y="12160717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Tx/Rx</a:t>
            </a:r>
          </a:p>
        </p:txBody>
      </p:sp>
      <p:sp>
        <p:nvSpPr>
          <p:cNvPr id="77" name="TextBox 58"/>
          <p:cNvSpPr txBox="1"/>
          <p:nvPr/>
        </p:nvSpPr>
        <p:spPr>
          <a:xfrm>
            <a:off x="5527199" y="12653491"/>
            <a:ext cx="1286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Polarization Sensing </a:t>
            </a:r>
          </a:p>
        </p:txBody>
      </p:sp>
      <p:sp>
        <p:nvSpPr>
          <p:cNvPr id="78" name="TextBox 58"/>
          <p:cNvSpPr txBox="1"/>
          <p:nvPr/>
        </p:nvSpPr>
        <p:spPr>
          <a:xfrm>
            <a:off x="22596634" y="12640790"/>
            <a:ext cx="1286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Polarization Sensing 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21106289" y="10183971"/>
            <a:ext cx="1230630" cy="1498600"/>
            <a:chOff x="3715" y="7500"/>
            <a:chExt cx="1938" cy="2360"/>
          </a:xfrm>
        </p:grpSpPr>
        <p:cxnSp>
          <p:nvCxnSpPr>
            <p:cNvPr id="81" name="Straight Arrow Connector 80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82" name="Content Placeholder 72" descr="fc-apc"/>
            <p:cNvPicPr>
              <a:picLocks noChangeAspect="1"/>
            </p:cNvPicPr>
            <p:nvPr/>
          </p:nvPicPr>
          <p:blipFill>
            <a:blip r:embed="rId6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83" name="Straight Arrow Connector 8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278355" y="8527893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21383351" y="7785192"/>
            <a:ext cx="645036" cy="617500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22179931" y="7776788"/>
            <a:ext cx="679708" cy="625907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20596534" y="7779001"/>
            <a:ext cx="649885" cy="603916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BEBA8EAE-BF5A-486C-A8C5-ECC9F3942E4B}">
                  <a14:imgProps xmlns:a14="http://schemas.microsoft.com/office/drawing/2010/main">
                    <a14:imgLayer r:embed="rId51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22980293" y="7776785"/>
            <a:ext cx="700209" cy="606326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3997" y="9073116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9330703" y="8528331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32"/>
            </p:custDataLst>
          </p:nvPr>
        </p:nvSpPr>
        <p:spPr>
          <a:xfrm rot="5400000">
            <a:off x="20276504" y="7920794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21767753" y="9098666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5"/>
          <a:srcRect t="33051" b="33051"/>
          <a:stretch>
            <a:fillRect/>
          </a:stretch>
        </p:blipFill>
        <p:spPr>
          <a:xfrm>
            <a:off x="5442771" y="13297952"/>
            <a:ext cx="21526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5"/>
          <a:srcRect t="33051" b="33051"/>
          <a:stretch>
            <a:fillRect/>
          </a:stretch>
        </p:blipFill>
        <p:spPr>
          <a:xfrm>
            <a:off x="21629333" y="13355102"/>
            <a:ext cx="2152650" cy="73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8431055" y="1392882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8495189" y="1359100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19427702" y="8838223"/>
            <a:ext cx="255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9972136" y="9210857"/>
            <a:ext cx="645036" cy="617500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0768714" y="9202453"/>
            <a:ext cx="679708" cy="625907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BEBA8EAE-BF5A-486C-A8C5-ECC9F3942E4B}">
                  <a14:imgProps xmlns:a14="http://schemas.microsoft.com/office/drawing/2010/main">
                    <a14:imgLayer r:embed="rId49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19185318" y="9204666"/>
            <a:ext cx="649885" cy="603916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19555930" y="8515455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5719515" y="8422512"/>
            <a:ext cx="932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78120" y="10271004"/>
            <a:ext cx="10966450" cy="124460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2037859" y="7734631"/>
            <a:ext cx="542480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5414671" y="7718008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2225814" y="8429957"/>
            <a:ext cx="5123180" cy="206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1869300" y="8381706"/>
            <a:ext cx="34229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3377704" y="8027363"/>
            <a:ext cx="1570990" cy="36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3192081" y="7996845"/>
            <a:ext cx="19284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2226339" y="8027444"/>
            <a:ext cx="1151155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2143878" y="8076326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4957589" y="8027363"/>
            <a:ext cx="1157605" cy="36068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2473464" y="8998913"/>
            <a:ext cx="1309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6129262" y="8027259"/>
            <a:ext cx="1219739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0583074" y="7734631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34" y="8250982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0718093" y="7743266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92" y="8257244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0583074" y="8918906"/>
            <a:ext cx="8024495" cy="601345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2928124" y="9010977"/>
            <a:ext cx="3040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1116474" y="867188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1670391" y="10290181"/>
            <a:ext cx="3175" cy="124460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4176208" y="10290185"/>
            <a:ext cx="6985" cy="128079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17489651" y="10262246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2631331" y="7718072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5406454" y="8412908"/>
            <a:ext cx="748703" cy="239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6165354" y="8410907"/>
            <a:ext cx="1084580" cy="235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9367692" y="7532386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853" y="7887494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60"/>
          <a:srcRect l="21175" t="18134" r="21183" b="18638"/>
          <a:stretch>
            <a:fillRect/>
          </a:stretch>
        </p:blipFill>
        <p:spPr>
          <a:xfrm flipH="1">
            <a:off x="20405978" y="7800662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19159096" y="7474911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4" name="Up-Down Arrow 203"/>
          <p:cNvSpPr/>
          <p:nvPr>
            <p:custDataLst>
              <p:tags r:id="rId8"/>
            </p:custDataLst>
          </p:nvPr>
        </p:nvSpPr>
        <p:spPr>
          <a:xfrm rot="5400000">
            <a:off x="22346836" y="9369085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7"/>
          <a:srcRect l="6136" t="12740" r="7307" b="48688"/>
          <a:stretch>
            <a:fillRect/>
          </a:stretch>
        </p:blipFill>
        <p:spPr>
          <a:xfrm>
            <a:off x="22615111" y="7587224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7"/>
          <a:srcRect l="6136" t="57393" r="7307" b="19059"/>
          <a:stretch>
            <a:fillRect/>
          </a:stretch>
        </p:blipFill>
        <p:spPr>
          <a:xfrm>
            <a:off x="22615116" y="7933309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23285553" y="7554834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1"/>
            </p:custDataLst>
          </p:nvPr>
        </p:nvSpPr>
        <p:spPr>
          <a:xfrm>
            <a:off x="22590980" y="7474369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2615111" y="8177462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19273674" y="8152185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6648" y="8258003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994" y="90577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2546489" y="8983042"/>
            <a:ext cx="394970" cy="410845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8617343" y="7514499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24" y="78696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60"/>
          <a:srcRect l="21175" t="18134" r="21183" b="18638"/>
          <a:stretch>
            <a:fillRect/>
          </a:stretch>
        </p:blipFill>
        <p:spPr>
          <a:xfrm flipH="1">
            <a:off x="9587049" y="7782775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6"/>
            </p:custDataLst>
          </p:nvPr>
        </p:nvSpPr>
        <p:spPr>
          <a:xfrm>
            <a:off x="8340167" y="7457024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7"/>
          <a:srcRect l="6136" t="12740" r="7307" b="48688"/>
          <a:stretch>
            <a:fillRect/>
          </a:stretch>
        </p:blipFill>
        <p:spPr>
          <a:xfrm>
            <a:off x="5454035" y="7574040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57"/>
          <a:srcRect l="6136" t="57393" r="7307" b="19059"/>
          <a:stretch>
            <a:fillRect/>
          </a:stretch>
        </p:blipFill>
        <p:spPr>
          <a:xfrm>
            <a:off x="5454040" y="7920125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6124477" y="7541650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9"/>
            </p:custDataLst>
          </p:nvPr>
        </p:nvSpPr>
        <p:spPr>
          <a:xfrm>
            <a:off x="5429904" y="7461185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5446366" y="8132036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8454745" y="8105270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6056139" y="7996883"/>
            <a:ext cx="14065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4959494" y="7994342"/>
            <a:ext cx="12058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17644722" y="7734631"/>
            <a:ext cx="104076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17820082" y="779739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7838393" y="8189927"/>
            <a:ext cx="612140" cy="446405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5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126408" y="9076743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5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7329763" y="9091617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0408000" y="7367181"/>
            <a:ext cx="8368306" cy="2292429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3024009" y="7355532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6622559" y="8680778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4594369" y="8687762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2712229" y="869601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2221" y="13073162"/>
            <a:ext cx="773430" cy="773430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91411" y="13073162"/>
            <a:ext cx="773430" cy="773430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47921" y="13073162"/>
            <a:ext cx="773430" cy="773430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16216" y="13073162"/>
            <a:ext cx="773430" cy="773430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01656" y="13073162"/>
            <a:ext cx="773430" cy="773430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8882221" y="13663077"/>
            <a:ext cx="773430" cy="773430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291411" y="13685937"/>
            <a:ext cx="773430" cy="773430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847921" y="13685937"/>
            <a:ext cx="773430" cy="773430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716216" y="13685937"/>
            <a:ext cx="773430" cy="773430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601656" y="13698637"/>
            <a:ext cx="773430" cy="773430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9880759" y="12909015"/>
            <a:ext cx="820420" cy="1527810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2398534" y="12931240"/>
            <a:ext cx="820420" cy="1527810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5262384" y="12909650"/>
            <a:ext cx="820420" cy="1527810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18244979" y="12931240"/>
            <a:ext cx="820420" cy="1527810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9329509" y="10724391"/>
            <a:ext cx="3646035" cy="1868918"/>
            <a:chOff x="8005" y="8238"/>
            <a:chExt cx="4782" cy="2775"/>
          </a:xfrm>
        </p:grpSpPr>
        <p:pic>
          <p:nvPicPr>
            <p:cNvPr id="97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5" y="8238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6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41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6" y="8714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7" name="Rounded Rectangle 466"/>
            <p:cNvSpPr/>
            <p:nvPr>
              <p:custDataLst>
                <p:tags r:id="rId42"/>
              </p:custDataLst>
            </p:nvPr>
          </p:nvSpPr>
          <p:spPr>
            <a:xfrm>
              <a:off x="9197" y="9680"/>
              <a:ext cx="3590" cy="133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Telemetry Data:</a:t>
              </a:r>
              <a:b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Performance Monitoring </a:t>
              </a:r>
            </a:p>
            <a:p>
              <a:pPr algn="ctr"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Device Configurations</a:t>
              </a:r>
            </a:p>
          </p:txBody>
        </p:sp>
      </p:grpSp>
      <p:grpSp>
        <p:nvGrpSpPr>
          <p:cNvPr id="469" name="Group 468"/>
          <p:cNvGrpSpPr/>
          <p:nvPr/>
        </p:nvGrpSpPr>
        <p:grpSpPr>
          <a:xfrm>
            <a:off x="11814020" y="10738367"/>
            <a:ext cx="5381625" cy="1132840"/>
            <a:chOff x="7453" y="8466"/>
            <a:chExt cx="8475" cy="1784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0"/>
              </p:custDataLst>
            </p:nvPr>
          </p:nvSpPr>
          <p:spPr>
            <a:xfrm>
              <a:off x="14323" y="9783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082500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9220344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660350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17671101" y="10747572"/>
            <a:ext cx="2033270" cy="1120140"/>
            <a:chOff x="8018" y="8504"/>
            <a:chExt cx="3202" cy="176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3" name="Rounded Rectangle 482"/>
            <p:cNvSpPr/>
            <p:nvPr>
              <p:custDataLst>
                <p:tags r:id="rId38"/>
              </p:custDataLst>
            </p:nvPr>
          </p:nvSpPr>
          <p:spPr>
            <a:xfrm>
              <a:off x="9615" y="9801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3362637" y="10358634"/>
            <a:ext cx="530225" cy="53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060081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3067764" y="11074723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6432206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1893455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5625904" y="9801079"/>
            <a:ext cx="956945" cy="370205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2768105" y="9816941"/>
            <a:ext cx="3031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5344979" y="12827104"/>
            <a:ext cx="18476574" cy="196786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2415428" y="14436191"/>
            <a:ext cx="4260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5524660" y="14267915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1478507" y="14219089"/>
            <a:ext cx="2536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1042236" y="7471618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1087228" y="7480253"/>
            <a:ext cx="13417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6454" y="7994231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2590979" y="8882296"/>
            <a:ext cx="1108863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2793598" y="9337591"/>
            <a:ext cx="612140" cy="446405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2653198" y="8884758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3887" y="7703714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0622751" y="8500784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19333146" y="8500880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1569076" y="9202451"/>
            <a:ext cx="700209" cy="606326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6">
              <a:extLst>
                <a:ext uri="{BEBA8EAE-BF5A-486C-A8C5-ECC9F3942E4B}">
                  <a14:imgProps xmlns:a14="http://schemas.microsoft.com/office/drawing/2010/main">
                    <a14:imgLayer r:embed="rId67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0860195" y="7797374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5235034" y="7355533"/>
            <a:ext cx="4979388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7191738" y="8817325"/>
            <a:ext cx="2540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8700077" y="8509563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9720357" y="8455507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797709" y="7461177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6838503" y="7460922"/>
            <a:ext cx="136460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633" y="7974900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8487187" y="8441536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406405" y="8873871"/>
            <a:ext cx="1109088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5633343" y="9329166"/>
            <a:ext cx="612140" cy="446405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5541036" y="8860279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2941641" y="8492576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7742844" y="9190917"/>
            <a:ext cx="645036" cy="617500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8539424" y="9182513"/>
            <a:ext cx="679708" cy="625907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BEBA8EAE-BF5A-486C-A8C5-ECC9F3942E4B}">
                  <a14:imgProps xmlns:a14="http://schemas.microsoft.com/office/drawing/2010/main">
                    <a14:imgLayer r:embed="rId49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6956027" y="9184726"/>
            <a:ext cx="649885" cy="603916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9339786" y="9182510"/>
            <a:ext cx="700209" cy="606326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6">
              <a:extLst>
                <a:ext uri="{BEBA8EAE-BF5A-486C-A8C5-ECC9F3942E4B}">
                  <a14:imgProps xmlns:a14="http://schemas.microsoft.com/office/drawing/2010/main">
                    <a14:imgLayer r:embed="rId67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10" y="7694909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31807" y="8446271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6608701" y="9379684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8156066" y="7720460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18079062" y="8686045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4891972" y="11930656"/>
            <a:ext cx="5210136" cy="66787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Platform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1602718" y="9609563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17482251" y="9658597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5006919" y="10228438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9531674" y="10354292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2005039" y="10381184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5323626" y="10357158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17894683" y="10381150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375224" y="10435579"/>
            <a:ext cx="68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9134989" y="14398524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17679660" y="14441626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5885340" y="12498002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18776310" y="12507704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5852621" y="11421768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18417964" y="11417477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6279" y="10700820"/>
            <a:ext cx="128143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5353601" y="11021964"/>
            <a:ext cx="1026795" cy="28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6" name="Up Arrow 489"/>
          <p:cNvSpPr/>
          <p:nvPr/>
        </p:nvSpPr>
        <p:spPr>
          <a:xfrm>
            <a:off x="9738269" y="11808065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7" name="Up Arrow 489"/>
          <p:cNvSpPr/>
          <p:nvPr/>
        </p:nvSpPr>
        <p:spPr>
          <a:xfrm>
            <a:off x="13112707" y="11787155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7384579" y="8494793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6902163" y="8863979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18911329" y="7367206"/>
            <a:ext cx="4979388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19125548" y="8898026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0885299" y="8523796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507" name="Rounded Rectangle 466"/>
          <p:cNvSpPr/>
          <p:nvPr>
            <p:custDataLst>
              <p:tags r:id="rId35"/>
            </p:custDataLst>
          </p:nvPr>
        </p:nvSpPr>
        <p:spPr>
          <a:xfrm>
            <a:off x="5464252" y="10847225"/>
            <a:ext cx="3442106" cy="7734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7591690" y="12908697"/>
            <a:ext cx="820420" cy="1527810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0796726" y="12922032"/>
            <a:ext cx="820420" cy="1527810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63" name="Picture 162" descr="A network of circles and lines&#10;&#10;AI-generated content may be incorrect.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25060" y="10948643"/>
            <a:ext cx="611997" cy="586138"/>
          </a:xfrm>
          <a:prstGeom prst="rect">
            <a:avLst/>
          </a:prstGeom>
        </p:spPr>
      </p:pic>
      <p:sp>
        <p:nvSpPr>
          <p:cNvPr id="164" name="TextBox 58"/>
          <p:cNvSpPr txBox="1"/>
          <p:nvPr/>
        </p:nvSpPr>
        <p:spPr>
          <a:xfrm>
            <a:off x="5424083" y="10967918"/>
            <a:ext cx="29623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Semantic Interface</a:t>
            </a:r>
          </a:p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RAN-OTN Semantic Channel</a:t>
            </a:r>
            <a:endParaRPr lang="en-GB" sz="1600" b="1" i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76" name="Group 175"/>
          <p:cNvGrpSpPr/>
          <p:nvPr/>
        </p:nvGrpSpPr>
        <p:grpSpPr>
          <a:xfrm>
            <a:off x="6623455" y="10121612"/>
            <a:ext cx="1263592" cy="655488"/>
            <a:chOff x="16867183" y="5399772"/>
            <a:chExt cx="1263592" cy="655488"/>
          </a:xfrm>
        </p:grpSpPr>
        <p:cxnSp>
          <p:nvCxnSpPr>
            <p:cNvPr id="81" name="Straight Arrow Connector 80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84" name="Group 183"/>
          <p:cNvGrpSpPr/>
          <p:nvPr/>
        </p:nvGrpSpPr>
        <p:grpSpPr>
          <a:xfrm>
            <a:off x="6623455" y="11966334"/>
            <a:ext cx="1263592" cy="655488"/>
            <a:chOff x="16867183" y="5399772"/>
            <a:chExt cx="1263592" cy="655488"/>
          </a:xfrm>
        </p:grpSpPr>
        <p:cxnSp>
          <p:nvCxnSpPr>
            <p:cNvPr id="185" name="Straight Arrow Connector 184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87" name="Rounded Rectangle 466"/>
          <p:cNvSpPr/>
          <p:nvPr>
            <p:custDataLst>
              <p:tags r:id="rId36"/>
            </p:custDataLst>
          </p:nvPr>
        </p:nvSpPr>
        <p:spPr>
          <a:xfrm>
            <a:off x="20273556" y="10887039"/>
            <a:ext cx="3442106" cy="7734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188" name="Picture 187" descr="A network of circles and lines&#10;&#10;AI-generated content may be incorrect.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934364" y="10988457"/>
            <a:ext cx="611997" cy="586138"/>
          </a:xfrm>
          <a:prstGeom prst="rect">
            <a:avLst/>
          </a:prstGeom>
        </p:spPr>
      </p:pic>
      <p:sp>
        <p:nvSpPr>
          <p:cNvPr id="189" name="TextBox 58"/>
          <p:cNvSpPr txBox="1"/>
          <p:nvPr/>
        </p:nvSpPr>
        <p:spPr>
          <a:xfrm>
            <a:off x="20233387" y="11007732"/>
            <a:ext cx="29623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Semantic Interface</a:t>
            </a:r>
          </a:p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RAN-OTN Semantic Channel</a:t>
            </a:r>
            <a:endParaRPr lang="en-GB" sz="1600" b="1" i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90" name="Group 189"/>
          <p:cNvGrpSpPr/>
          <p:nvPr/>
        </p:nvGrpSpPr>
        <p:grpSpPr>
          <a:xfrm>
            <a:off x="21432759" y="10161426"/>
            <a:ext cx="1263592" cy="655488"/>
            <a:chOff x="16867183" y="5399772"/>
            <a:chExt cx="1263592" cy="655488"/>
          </a:xfrm>
        </p:grpSpPr>
        <p:cxnSp>
          <p:nvCxnSpPr>
            <p:cNvPr id="191" name="Straight Arrow Connector 190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4" name="Straight Arrow Connector 193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95" name="Group 194"/>
          <p:cNvGrpSpPr/>
          <p:nvPr/>
        </p:nvGrpSpPr>
        <p:grpSpPr>
          <a:xfrm>
            <a:off x="21432759" y="12006148"/>
            <a:ext cx="1263592" cy="655488"/>
            <a:chOff x="16867183" y="5399772"/>
            <a:chExt cx="1263592" cy="655488"/>
          </a:xfrm>
        </p:grpSpPr>
        <p:cxnSp>
          <p:nvCxnSpPr>
            <p:cNvPr id="196" name="Straight Arrow Connector 195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" name="Picture 4" descr="MLflow Models — MLflow 1.20.2 documentation"/>
          <p:cNvPicPr>
            <a:picLocks noChangeAspect="1" noChangeArrowheads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698" y="6126653"/>
            <a:ext cx="885094" cy="37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Kubeflow Data Science On Steroids"/>
          <p:cNvPicPr>
            <a:picLocks noChangeAspect="1" noChangeArrowheads="1"/>
          </p:cNvPicPr>
          <p:nvPr/>
        </p:nvPicPr>
        <p:blipFill rotWithShape="1"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9"/>
          <a:stretch>
            <a:fillRect/>
          </a:stretch>
        </p:blipFill>
        <p:spPr bwMode="auto">
          <a:xfrm>
            <a:off x="13235910" y="5948194"/>
            <a:ext cx="1224022" cy="5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5442771" y="13297952"/>
            <a:ext cx="21526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21629333" y="13355102"/>
            <a:ext cx="2152650" cy="73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8431055" y="1392882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8495189" y="1359100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19427702" y="8838223"/>
            <a:ext cx="255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9972136" y="9210857"/>
            <a:ext cx="645036" cy="617500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0768714" y="9202453"/>
            <a:ext cx="679708" cy="625907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19185318" y="9204666"/>
            <a:ext cx="649885" cy="603916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19555930" y="8529743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5762379" y="8422512"/>
            <a:ext cx="932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78120" y="10271004"/>
            <a:ext cx="10966450" cy="124460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2080723" y="7734631"/>
            <a:ext cx="542480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5457535" y="7718008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2268678" y="8429957"/>
            <a:ext cx="5123180" cy="206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1869300" y="8381706"/>
            <a:ext cx="34229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3420569" y="8027363"/>
            <a:ext cx="1570990" cy="36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3234946" y="7996845"/>
            <a:ext cx="19284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2269203" y="8027444"/>
            <a:ext cx="1151155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2186742" y="8076326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5000452" y="8027363"/>
            <a:ext cx="1157605" cy="36068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2473464" y="8998913"/>
            <a:ext cx="1309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6172126" y="8027259"/>
            <a:ext cx="1219739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0583074" y="7734631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34" y="8250982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0718093" y="7743266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92" y="8257244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0583074" y="8918906"/>
            <a:ext cx="8024495" cy="601345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2928124" y="9010977"/>
            <a:ext cx="3040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1116474" y="867188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1670391" y="10290181"/>
            <a:ext cx="3175" cy="124460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4176208" y="10290185"/>
            <a:ext cx="6985" cy="128079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17489651" y="10262246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2674195" y="7718072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5449317" y="8412908"/>
            <a:ext cx="748703" cy="239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6208218" y="8410907"/>
            <a:ext cx="1084580" cy="235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9367692" y="7532386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853" y="7887494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20405978" y="7800662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19159096" y="7474911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22615111" y="7587224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22615116" y="7933309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3285553" y="7554834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0"/>
            </p:custDataLst>
          </p:nvPr>
        </p:nvSpPr>
        <p:spPr>
          <a:xfrm>
            <a:off x="22590980" y="7474369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2615111" y="8177462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19273674" y="8152185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6648" y="8258003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994" y="90577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2546489" y="8983042"/>
            <a:ext cx="394970" cy="410845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8617343" y="7514499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24" y="78696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9587049" y="7782775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5"/>
            </p:custDataLst>
          </p:nvPr>
        </p:nvSpPr>
        <p:spPr>
          <a:xfrm>
            <a:off x="8340167" y="7457024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5454035" y="7574040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5454040" y="7920125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6124477" y="7541650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8"/>
            </p:custDataLst>
          </p:nvPr>
        </p:nvSpPr>
        <p:spPr>
          <a:xfrm>
            <a:off x="5429904" y="7461185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5446366" y="8132036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8454745" y="8105270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6099003" y="7996883"/>
            <a:ext cx="14065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5002358" y="7994342"/>
            <a:ext cx="12058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17644722" y="7734631"/>
            <a:ext cx="104076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17820082" y="779739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7838393" y="8189927"/>
            <a:ext cx="612140" cy="446405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126408" y="9076743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7329763" y="9091617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0408000" y="7367181"/>
            <a:ext cx="8368306" cy="2292429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3024009" y="7355532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6622559" y="8680778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4594369" y="8687762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2712229" y="869601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2221" y="13073162"/>
            <a:ext cx="773430" cy="773430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91411" y="13073162"/>
            <a:ext cx="773430" cy="773430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47921" y="13073162"/>
            <a:ext cx="773430" cy="773430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16216" y="13073162"/>
            <a:ext cx="773430" cy="773430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01656" y="13073162"/>
            <a:ext cx="773430" cy="773430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8882221" y="13663077"/>
            <a:ext cx="773430" cy="773430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291411" y="13685937"/>
            <a:ext cx="773430" cy="773430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847921" y="13685937"/>
            <a:ext cx="773430" cy="773430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716216" y="13685937"/>
            <a:ext cx="773430" cy="773430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601656" y="13698637"/>
            <a:ext cx="773430" cy="773430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9880759" y="12909015"/>
            <a:ext cx="820420" cy="1527810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2398534" y="12931240"/>
            <a:ext cx="820420" cy="1527810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5262384" y="12909650"/>
            <a:ext cx="820420" cy="1527810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18244979" y="12931240"/>
            <a:ext cx="820420" cy="1527810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049" y="10724391"/>
            <a:ext cx="1538624" cy="31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9311305" y="11044970"/>
            <a:ext cx="1232881" cy="30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9" name="Group 468"/>
          <p:cNvGrpSpPr/>
          <p:nvPr/>
        </p:nvGrpSpPr>
        <p:grpSpPr>
          <a:xfrm>
            <a:off x="11814021" y="10738367"/>
            <a:ext cx="6024245" cy="1129030"/>
            <a:chOff x="7453" y="8466"/>
            <a:chExt cx="9487" cy="1778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0"/>
              </p:custDataLst>
            </p:nvPr>
          </p:nvSpPr>
          <p:spPr>
            <a:xfrm>
              <a:off x="15335" y="9777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096788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9220344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660350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17671101" y="10747572"/>
            <a:ext cx="1281430" cy="580390"/>
            <a:chOff x="8018" y="8504"/>
            <a:chExt cx="2018" cy="91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8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3362637" y="10358634"/>
            <a:ext cx="530225" cy="53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060081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3067764" y="11074723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6432206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1893455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5625904" y="9801079"/>
            <a:ext cx="956945" cy="370205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2768105" y="9816941"/>
            <a:ext cx="3031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5344979" y="12827104"/>
            <a:ext cx="18476574" cy="196786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2415428" y="14436191"/>
            <a:ext cx="4260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5524660" y="14267915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1478507" y="14219089"/>
            <a:ext cx="2536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1042236" y="7471618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1087228" y="7480253"/>
            <a:ext cx="13417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6454" y="7994231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2590979" y="8882296"/>
            <a:ext cx="1108863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2793598" y="9337591"/>
            <a:ext cx="612140" cy="446405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2653198" y="8884758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3887" y="7703714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0622751" y="8500784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19333146" y="8500880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1569076" y="9202451"/>
            <a:ext cx="700209" cy="606326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0860195" y="7797374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5235034" y="7355533"/>
            <a:ext cx="4979388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7191738" y="8817325"/>
            <a:ext cx="2540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8700077" y="8509563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9720357" y="8455507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797709" y="7461177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6838503" y="7460922"/>
            <a:ext cx="136460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633" y="7974900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8487187" y="8441536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406405" y="8873871"/>
            <a:ext cx="1109088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5633343" y="9329166"/>
            <a:ext cx="612140" cy="446405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5541036" y="8860279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2941641" y="8492576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7742844" y="9190917"/>
            <a:ext cx="645036" cy="617500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8539424" y="9182513"/>
            <a:ext cx="679708" cy="625907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6956027" y="9184726"/>
            <a:ext cx="649885" cy="603916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9339786" y="9182510"/>
            <a:ext cx="700209" cy="606326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446" y="7694909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31807" y="8446271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6608701" y="9379684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8156066" y="7720460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18079062" y="8686045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4891972" y="11930656"/>
            <a:ext cx="5210136" cy="66787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Data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1602718" y="9609563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17482251" y="9658597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5006919" y="10228438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9360218" y="10354292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2005039" y="10381184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5323626" y="10357158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17894683" y="10381150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375224" y="10435579"/>
            <a:ext cx="68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9134989" y="14398524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17679660" y="14441626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5885340" y="12498002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18776310" y="12507704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5893564" y="11421768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18491681" y="11399563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6279" y="10700820"/>
            <a:ext cx="128143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5353601" y="11021964"/>
            <a:ext cx="1026795" cy="28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7384579" y="8509081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6902163" y="8863979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18911329" y="7367206"/>
            <a:ext cx="4979388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19125548" y="8898026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0885299" y="8523796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7591690" y="12908697"/>
            <a:ext cx="820420" cy="1527810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0796726" y="12922032"/>
            <a:ext cx="820420" cy="1527810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4" name="Up-Down Arrow 203"/>
          <p:cNvSpPr/>
          <p:nvPr>
            <p:custDataLst>
              <p:tags r:id="rId35"/>
            </p:custDataLst>
          </p:nvPr>
        </p:nvSpPr>
        <p:spPr>
          <a:xfrm rot="5400000">
            <a:off x="22332548" y="9369085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6319744" y="10262241"/>
            <a:ext cx="1964952" cy="2364128"/>
            <a:chOff x="3715" y="7500"/>
            <a:chExt cx="1938" cy="236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0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62" name="Straight Arrow Connector 61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20993751" y="10262241"/>
            <a:ext cx="1964952" cy="2364128"/>
            <a:chOff x="3715" y="7500"/>
            <a:chExt cx="1938" cy="2360"/>
          </a:xfrm>
        </p:grpSpPr>
        <p:cxnSp>
          <p:nvCxnSpPr>
            <p:cNvPr id="462" name="Straight Arrow Connector 461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63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473" name="Straight Arrow Connector 47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4" name="Rounded Rectangle 466"/>
          <p:cNvSpPr/>
          <p:nvPr>
            <p:custDataLst>
              <p:tags r:id="rId36"/>
            </p:custDataLst>
          </p:nvPr>
        </p:nvSpPr>
        <p:spPr>
          <a:xfrm>
            <a:off x="9479795" y="11913122"/>
            <a:ext cx="5210136" cy="6678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Performance Monitoring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Device Configurations/Parameters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5" name="Up Arrow 490"/>
          <p:cNvSpPr/>
          <p:nvPr/>
        </p:nvSpPr>
        <p:spPr>
          <a:xfrm>
            <a:off x="10389300" y="1139122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6" name="Rounded Rectangle 471"/>
          <p:cNvSpPr/>
          <p:nvPr>
            <p:custDataLst>
              <p:tags r:id="rId37"/>
            </p:custDataLst>
          </p:nvPr>
        </p:nvSpPr>
        <p:spPr>
          <a:xfrm>
            <a:off x="11291416" y="11573090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89" name="Up Arrow 491"/>
          <p:cNvSpPr/>
          <p:nvPr/>
        </p:nvSpPr>
        <p:spPr>
          <a:xfrm>
            <a:off x="13234945" y="1139122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8"/>
          <p:cNvSpPr/>
          <p:nvPr/>
        </p:nvSpPr>
        <p:spPr>
          <a:xfrm>
            <a:off x="10435522" y="12472982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5" name="Up Arrow 488"/>
          <p:cNvSpPr/>
          <p:nvPr/>
        </p:nvSpPr>
        <p:spPr>
          <a:xfrm>
            <a:off x="13222929" y="1250801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5442771" y="13297952"/>
            <a:ext cx="21526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21629333" y="13355102"/>
            <a:ext cx="2152650" cy="73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8431055" y="1392882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8495189" y="1359100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19427702" y="8838223"/>
            <a:ext cx="255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9972136" y="9210857"/>
            <a:ext cx="645036" cy="617500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0768714" y="9202453"/>
            <a:ext cx="679708" cy="625907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19185318" y="9204666"/>
            <a:ext cx="649885" cy="603916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19555930" y="8529743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5762379" y="8422512"/>
            <a:ext cx="932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78120" y="10271004"/>
            <a:ext cx="10966450" cy="124460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2080723" y="7734631"/>
            <a:ext cx="542480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5457535" y="7718008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2268678" y="8429957"/>
            <a:ext cx="5123180" cy="206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1869300" y="8381706"/>
            <a:ext cx="34229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3420569" y="8027363"/>
            <a:ext cx="1570990" cy="36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3234946" y="7996845"/>
            <a:ext cx="19284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2269203" y="8027444"/>
            <a:ext cx="1151155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2186742" y="8076326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5000452" y="8027363"/>
            <a:ext cx="1157605" cy="36068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2473464" y="8998913"/>
            <a:ext cx="1309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6172126" y="8027259"/>
            <a:ext cx="1219739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0583074" y="7734631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34" y="8250982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0718093" y="7743266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92" y="8257244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0583074" y="8918906"/>
            <a:ext cx="8024495" cy="601345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2928124" y="9010977"/>
            <a:ext cx="3040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1116474" y="867188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1670391" y="10290181"/>
            <a:ext cx="3175" cy="124460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4176208" y="10290185"/>
            <a:ext cx="6985" cy="128079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17489651" y="10262246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2674195" y="7718072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5449317" y="8412908"/>
            <a:ext cx="748703" cy="239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6208218" y="8410907"/>
            <a:ext cx="1084580" cy="235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9367692" y="7532386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853" y="7887494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20405978" y="7800662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19159096" y="7474911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22615111" y="7587224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22615116" y="7933309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3285553" y="7554834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0"/>
            </p:custDataLst>
          </p:nvPr>
        </p:nvSpPr>
        <p:spPr>
          <a:xfrm>
            <a:off x="22590980" y="7474369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2615111" y="8177462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19273674" y="8152185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6648" y="8258003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994" y="90577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2546489" y="8983042"/>
            <a:ext cx="394970" cy="410845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8617343" y="7514499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24" y="78696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9587049" y="7782775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5"/>
            </p:custDataLst>
          </p:nvPr>
        </p:nvSpPr>
        <p:spPr>
          <a:xfrm>
            <a:off x="8340167" y="7457024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5454035" y="7574040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5454040" y="7920125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6124477" y="7541650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8"/>
            </p:custDataLst>
          </p:nvPr>
        </p:nvSpPr>
        <p:spPr>
          <a:xfrm>
            <a:off x="5429904" y="7461185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5446366" y="8132036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8454745" y="8105270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6099003" y="7996883"/>
            <a:ext cx="14065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5002358" y="7994342"/>
            <a:ext cx="12058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17644722" y="7734631"/>
            <a:ext cx="104076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17820082" y="779739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7838393" y="8189927"/>
            <a:ext cx="612140" cy="446405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126408" y="9076743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7329763" y="9091617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0408000" y="7367181"/>
            <a:ext cx="8368306" cy="2292429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3024009" y="7355532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6622559" y="8680778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4594369" y="8687762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2712229" y="869601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2221" y="13073162"/>
            <a:ext cx="773430" cy="773430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91411" y="13073162"/>
            <a:ext cx="773430" cy="773430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47921" y="13073162"/>
            <a:ext cx="773430" cy="773430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16216" y="13073162"/>
            <a:ext cx="773430" cy="773430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01656" y="13073162"/>
            <a:ext cx="773430" cy="773430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8882221" y="13663077"/>
            <a:ext cx="773430" cy="773430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291411" y="13685937"/>
            <a:ext cx="773430" cy="773430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847921" y="13685937"/>
            <a:ext cx="773430" cy="773430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716216" y="13685937"/>
            <a:ext cx="773430" cy="773430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601656" y="13698637"/>
            <a:ext cx="773430" cy="773430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9880759" y="12909015"/>
            <a:ext cx="820420" cy="1527810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2398534" y="12931240"/>
            <a:ext cx="820420" cy="1527810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5262384" y="12909650"/>
            <a:ext cx="820420" cy="1527810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18244979" y="12931240"/>
            <a:ext cx="820420" cy="1527810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049" y="10724391"/>
            <a:ext cx="1538624" cy="31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9311305" y="11044970"/>
            <a:ext cx="1232881" cy="30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9" name="Group 468"/>
          <p:cNvGrpSpPr/>
          <p:nvPr/>
        </p:nvGrpSpPr>
        <p:grpSpPr>
          <a:xfrm>
            <a:off x="11814021" y="10738367"/>
            <a:ext cx="6024245" cy="1129030"/>
            <a:chOff x="7453" y="8466"/>
            <a:chExt cx="9487" cy="1778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0"/>
              </p:custDataLst>
            </p:nvPr>
          </p:nvSpPr>
          <p:spPr>
            <a:xfrm>
              <a:off x="15335" y="9777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096788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9220344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660350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17671101" y="10747572"/>
            <a:ext cx="1281430" cy="580390"/>
            <a:chOff x="8018" y="8504"/>
            <a:chExt cx="2018" cy="91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8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3362637" y="10358634"/>
            <a:ext cx="530225" cy="53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060081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3067764" y="11074723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6432206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1893455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5625904" y="9801079"/>
            <a:ext cx="956945" cy="370205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2768105" y="9816941"/>
            <a:ext cx="3031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5344979" y="12827104"/>
            <a:ext cx="18476574" cy="196786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2415428" y="14436191"/>
            <a:ext cx="4260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5524660" y="14267915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1478507" y="14219089"/>
            <a:ext cx="2536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1042236" y="7471618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1087228" y="7480253"/>
            <a:ext cx="13417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6454" y="7994231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2590979" y="8882296"/>
            <a:ext cx="1108863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2793598" y="9337591"/>
            <a:ext cx="612140" cy="446405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2653198" y="8884758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3887" y="7703714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0622751" y="8500784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19333146" y="8500880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1569076" y="9202451"/>
            <a:ext cx="700209" cy="606326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0860195" y="7797374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5235034" y="7355533"/>
            <a:ext cx="4979388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7191738" y="8817325"/>
            <a:ext cx="2540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8700077" y="8509563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9720357" y="8455507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797709" y="7461177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6838503" y="7460922"/>
            <a:ext cx="136460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633" y="7974900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8487187" y="8441536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406405" y="8873871"/>
            <a:ext cx="1109088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5633343" y="9329166"/>
            <a:ext cx="612140" cy="446405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5541036" y="8860279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2941641" y="8492576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7742844" y="9190917"/>
            <a:ext cx="645036" cy="617500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8539424" y="9182513"/>
            <a:ext cx="679708" cy="625907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6956027" y="9184726"/>
            <a:ext cx="649885" cy="603916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9339786" y="9182510"/>
            <a:ext cx="700209" cy="606326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446" y="7694909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31807" y="8446271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6608701" y="9379684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8156066" y="7720460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18079062" y="8686045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4891972" y="11930656"/>
            <a:ext cx="5210136" cy="66787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Data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1602718" y="9609563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17482251" y="9658597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5006919" y="10228438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9360218" y="10354292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2005039" y="10381184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5323626" y="10357158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17894683" y="10381150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375224" y="10435579"/>
            <a:ext cx="68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9134989" y="14398524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17679660" y="14441626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5885340" y="12498002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18776310" y="12507704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5893564" y="11421768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18491681" y="11399563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6279" y="10700820"/>
            <a:ext cx="128143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5353601" y="11021964"/>
            <a:ext cx="1026795" cy="28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7384579" y="8509081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6902163" y="8863979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18911329" y="7367206"/>
            <a:ext cx="4979388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19125548" y="8898026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0885299" y="8523796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7591690" y="12908697"/>
            <a:ext cx="820420" cy="1527810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0796726" y="12922032"/>
            <a:ext cx="820420" cy="1527810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4" name="Up-Down Arrow 203"/>
          <p:cNvSpPr/>
          <p:nvPr>
            <p:custDataLst>
              <p:tags r:id="rId35"/>
            </p:custDataLst>
          </p:nvPr>
        </p:nvSpPr>
        <p:spPr>
          <a:xfrm rot="5400000">
            <a:off x="22332548" y="9369085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6319744" y="10262241"/>
            <a:ext cx="1964952" cy="2364128"/>
            <a:chOff x="3715" y="7500"/>
            <a:chExt cx="1938" cy="236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0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62" name="Straight Arrow Connector 61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20993751" y="10262241"/>
            <a:ext cx="1964952" cy="2364128"/>
            <a:chOff x="3715" y="7500"/>
            <a:chExt cx="1938" cy="2360"/>
          </a:xfrm>
        </p:grpSpPr>
        <p:cxnSp>
          <p:nvCxnSpPr>
            <p:cNvPr id="462" name="Straight Arrow Connector 461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63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473" name="Straight Arrow Connector 47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4" name="Rounded Rectangle 466"/>
          <p:cNvSpPr/>
          <p:nvPr>
            <p:custDataLst>
              <p:tags r:id="rId36"/>
            </p:custDataLst>
          </p:nvPr>
        </p:nvSpPr>
        <p:spPr>
          <a:xfrm>
            <a:off x="9479795" y="11913122"/>
            <a:ext cx="5210136" cy="6678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Performance Monitoring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Device Configurations/Parameters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5" name="Up Arrow 490"/>
          <p:cNvSpPr/>
          <p:nvPr/>
        </p:nvSpPr>
        <p:spPr>
          <a:xfrm>
            <a:off x="10389300" y="1139122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6" name="Rounded Rectangle 471"/>
          <p:cNvSpPr/>
          <p:nvPr>
            <p:custDataLst>
              <p:tags r:id="rId37"/>
            </p:custDataLst>
          </p:nvPr>
        </p:nvSpPr>
        <p:spPr>
          <a:xfrm>
            <a:off x="11291416" y="11573090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89" name="Up Arrow 491"/>
          <p:cNvSpPr/>
          <p:nvPr/>
        </p:nvSpPr>
        <p:spPr>
          <a:xfrm>
            <a:off x="13234945" y="1139122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8"/>
          <p:cNvSpPr/>
          <p:nvPr/>
        </p:nvSpPr>
        <p:spPr>
          <a:xfrm>
            <a:off x="10435522" y="12472982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5" name="Up Arrow 488"/>
          <p:cNvSpPr/>
          <p:nvPr/>
        </p:nvSpPr>
        <p:spPr>
          <a:xfrm>
            <a:off x="13222929" y="1250801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5"/>
          <a:srcRect t="33051" b="33051"/>
          <a:stretch>
            <a:fillRect/>
          </a:stretch>
        </p:blipFill>
        <p:spPr>
          <a:xfrm>
            <a:off x="5442771" y="13297952"/>
            <a:ext cx="21526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5"/>
          <a:srcRect t="33051" b="33051"/>
          <a:stretch>
            <a:fillRect/>
          </a:stretch>
        </p:blipFill>
        <p:spPr>
          <a:xfrm>
            <a:off x="21629333" y="13355102"/>
            <a:ext cx="2152650" cy="73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8431055" y="1392882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8495189" y="13591009"/>
            <a:ext cx="12260580" cy="17145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21399390" y="8838223"/>
            <a:ext cx="255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21943823" y="9210857"/>
            <a:ext cx="645036" cy="617500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2740403" y="9202453"/>
            <a:ext cx="679708" cy="625907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BEBA8EAE-BF5A-486C-A8C5-ECC9F3942E4B}">
                  <a14:imgProps xmlns:a14="http://schemas.microsoft.com/office/drawing/2010/main">
                    <a14:imgLayer r:embed="rId49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21157007" y="9204666"/>
            <a:ext cx="649885" cy="603916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21527618" y="8529743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5762379" y="8422512"/>
            <a:ext cx="9325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78120" y="10271004"/>
            <a:ext cx="10966450" cy="124460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2080723" y="7734631"/>
            <a:ext cx="542480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5457535" y="7718008"/>
            <a:ext cx="1537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2268678" y="8429957"/>
            <a:ext cx="5123180" cy="206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1869300" y="8381706"/>
            <a:ext cx="34229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3420569" y="8027363"/>
            <a:ext cx="1570990" cy="36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3234946" y="7996845"/>
            <a:ext cx="19284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2269203" y="8027444"/>
            <a:ext cx="1151155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2186742" y="8076326"/>
            <a:ext cx="13040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5000452" y="8027363"/>
            <a:ext cx="1157605" cy="36068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2473464" y="8998913"/>
            <a:ext cx="1309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6172126" y="8027259"/>
            <a:ext cx="1219739" cy="3605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0583074" y="7734631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34" y="8250982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0718093" y="7743266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92" y="8257244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0583074" y="8918906"/>
            <a:ext cx="8024495" cy="601345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2928124" y="9010977"/>
            <a:ext cx="3040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1116474" y="867188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1670391" y="10290181"/>
            <a:ext cx="3175" cy="124460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4176208" y="10290185"/>
            <a:ext cx="6985" cy="128079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17489651" y="10262246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2674195" y="7718072"/>
            <a:ext cx="17136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5449317" y="8412908"/>
            <a:ext cx="748703" cy="239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6208218" y="8410907"/>
            <a:ext cx="1084580" cy="235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1339381" y="7532386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2541" y="7887494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60"/>
          <a:srcRect l="21175" t="18134" r="21183" b="18638"/>
          <a:stretch>
            <a:fillRect/>
          </a:stretch>
        </p:blipFill>
        <p:spPr>
          <a:xfrm flipH="1">
            <a:off x="22377666" y="7800662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21130783" y="7474911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7"/>
          <a:srcRect l="6136" t="12740" r="7307" b="48688"/>
          <a:stretch>
            <a:fillRect/>
          </a:stretch>
        </p:blipFill>
        <p:spPr>
          <a:xfrm>
            <a:off x="24586799" y="7587224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7"/>
          <a:srcRect l="6136" t="57393" r="7307" b="19059"/>
          <a:stretch>
            <a:fillRect/>
          </a:stretch>
        </p:blipFill>
        <p:spPr>
          <a:xfrm>
            <a:off x="24586804" y="7933309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25257241" y="7554834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0"/>
            </p:custDataLst>
          </p:nvPr>
        </p:nvSpPr>
        <p:spPr>
          <a:xfrm>
            <a:off x="24562668" y="7474369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4586799" y="8177462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21245362" y="8152185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6648" y="8258003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994" y="90577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2546489" y="8983042"/>
            <a:ext cx="394970" cy="410845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8617343" y="7514499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24" y="7869608"/>
            <a:ext cx="1113530" cy="25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60"/>
          <a:srcRect l="21175" t="18134" r="21183" b="18638"/>
          <a:stretch>
            <a:fillRect/>
          </a:stretch>
        </p:blipFill>
        <p:spPr>
          <a:xfrm flipH="1">
            <a:off x="9587049" y="7782775"/>
            <a:ext cx="405786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5"/>
            </p:custDataLst>
          </p:nvPr>
        </p:nvSpPr>
        <p:spPr>
          <a:xfrm>
            <a:off x="8340167" y="7457024"/>
            <a:ext cx="1699824" cy="100639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7"/>
          <a:srcRect l="6136" t="12740" r="7307" b="48688"/>
          <a:stretch>
            <a:fillRect/>
          </a:stretch>
        </p:blipFill>
        <p:spPr>
          <a:xfrm>
            <a:off x="5454035" y="7574040"/>
            <a:ext cx="693932" cy="22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7"/>
          <a:srcRect l="6136" t="57393" r="7307" b="19059"/>
          <a:stretch>
            <a:fillRect/>
          </a:stretch>
        </p:blipFill>
        <p:spPr>
          <a:xfrm>
            <a:off x="5454040" y="7920125"/>
            <a:ext cx="1084953" cy="2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6124477" y="7541650"/>
            <a:ext cx="390545" cy="39387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8"/>
            </p:custDataLst>
          </p:nvPr>
        </p:nvSpPr>
        <p:spPr>
          <a:xfrm>
            <a:off x="5429904" y="7461185"/>
            <a:ext cx="1117631" cy="100637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5446366" y="8132036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8454745" y="8105270"/>
            <a:ext cx="15632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6099003" y="7996883"/>
            <a:ext cx="140652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5002358" y="7994342"/>
            <a:ext cx="120586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17644722" y="7734631"/>
            <a:ext cx="104076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17820082" y="7797390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7838393" y="8189927"/>
            <a:ext cx="612140" cy="446405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 rotWithShape="1">
          <a:blip r:embed="rId5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126408" y="9076743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5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7329763" y="9091617"/>
            <a:ext cx="1026848" cy="28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0408000" y="7367181"/>
            <a:ext cx="8368306" cy="2292429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3024009" y="7355532"/>
            <a:ext cx="346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6622559" y="8680778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4594369" y="8687762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2712229" y="8696017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2221" y="13073162"/>
            <a:ext cx="773430" cy="773430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91411" y="13073162"/>
            <a:ext cx="773430" cy="773430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47921" y="13073162"/>
            <a:ext cx="773430" cy="773430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16216" y="13073162"/>
            <a:ext cx="773430" cy="773430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01656" y="13073162"/>
            <a:ext cx="773430" cy="773430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8882221" y="13663077"/>
            <a:ext cx="773430" cy="773430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291411" y="13685937"/>
            <a:ext cx="773430" cy="773430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847921" y="13685937"/>
            <a:ext cx="773430" cy="773430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716216" y="13685937"/>
            <a:ext cx="773430" cy="773430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601656" y="13698637"/>
            <a:ext cx="773430" cy="773430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9880759" y="12909015"/>
            <a:ext cx="820420" cy="1527810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2398534" y="12931240"/>
            <a:ext cx="820420" cy="1527810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5262384" y="12909650"/>
            <a:ext cx="820420" cy="1527810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18244979" y="12931240"/>
            <a:ext cx="820420" cy="1527810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049" y="10724391"/>
            <a:ext cx="1538624" cy="31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9311305" y="11044970"/>
            <a:ext cx="1232881" cy="30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9" name="Group 468"/>
          <p:cNvGrpSpPr/>
          <p:nvPr/>
        </p:nvGrpSpPr>
        <p:grpSpPr>
          <a:xfrm>
            <a:off x="11814021" y="10738367"/>
            <a:ext cx="6024245" cy="1129030"/>
            <a:chOff x="7453" y="8466"/>
            <a:chExt cx="9487" cy="1778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41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2"/>
              </p:custDataLst>
            </p:nvPr>
          </p:nvSpPr>
          <p:spPr>
            <a:xfrm>
              <a:off x="15335" y="9777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096788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9220344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6603509" y="10398639"/>
            <a:ext cx="530225" cy="5346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17671101" y="10747572"/>
            <a:ext cx="1281430" cy="580390"/>
            <a:chOff x="8018" y="8504"/>
            <a:chExt cx="2018" cy="91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40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3362637" y="10358634"/>
            <a:ext cx="530225" cy="53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060081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3067764" y="11074723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6432206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18934555" y="11069190"/>
            <a:ext cx="11668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5625904" y="9801079"/>
            <a:ext cx="956945" cy="370205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2768105" y="9816941"/>
            <a:ext cx="3031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5344979" y="12827104"/>
            <a:ext cx="18476574" cy="196786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2415428" y="14436191"/>
            <a:ext cx="4260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5524660" y="14267915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1478507" y="14219089"/>
            <a:ext cx="2536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3013924" y="7471618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3058916" y="7480253"/>
            <a:ext cx="13417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43" y="7994231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4562668" y="8882296"/>
            <a:ext cx="1108863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4765287" y="9337591"/>
            <a:ext cx="612140" cy="446405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4624886" y="8884758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5575" y="7703714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2594439" y="8500784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21304834" y="8500880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3540765" y="9202451"/>
            <a:ext cx="700209" cy="606326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6">
              <a:extLst>
                <a:ext uri="{BEBA8EAE-BF5A-486C-A8C5-ECC9F3942E4B}">
                  <a14:imgProps xmlns:a14="http://schemas.microsoft.com/office/drawing/2010/main">
                    <a14:imgLayer r:embed="rId67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2831883" y="7797374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5235034" y="7355533"/>
            <a:ext cx="4979388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7191738" y="8817325"/>
            <a:ext cx="2540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8700077" y="8509563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9720357" y="8455507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797709" y="7461177"/>
            <a:ext cx="1354455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6838503" y="7460922"/>
            <a:ext cx="136460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633" y="7974900"/>
            <a:ext cx="1045898" cy="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8487187" y="8441536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406405" y="8873871"/>
            <a:ext cx="1109088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5633343" y="9329166"/>
            <a:ext cx="612140" cy="446405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5541036" y="8860279"/>
            <a:ext cx="11668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4913329" y="8492576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7742844" y="9190917"/>
            <a:ext cx="645036" cy="617500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8539424" y="9182513"/>
            <a:ext cx="679708" cy="625907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BEBA8EAE-BF5A-486C-A8C5-ECC9F3942E4B}">
                  <a14:imgProps xmlns:a14="http://schemas.microsoft.com/office/drawing/2010/main">
                    <a14:imgLayer r:embed="rId49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6956027" y="9184726"/>
            <a:ext cx="649885" cy="603916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9339786" y="9182510"/>
            <a:ext cx="700209" cy="606326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6">
              <a:extLst>
                <a:ext uri="{BEBA8EAE-BF5A-486C-A8C5-ECC9F3942E4B}">
                  <a14:imgProps xmlns:a14="http://schemas.microsoft.com/office/drawing/2010/main">
                    <a14:imgLayer r:embed="rId67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446" y="7694909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31807" y="8446271"/>
            <a:ext cx="513812" cy="44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6608701" y="9379684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8156066" y="7720460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18079062" y="8686045"/>
            <a:ext cx="191135" cy="311150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4891972" y="11930656"/>
            <a:ext cx="5210136" cy="66787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Data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1602718" y="9609563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17482251" y="9658597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5006919" y="10228438"/>
            <a:ext cx="9525" cy="130873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9360218" y="10354292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2005039" y="10381184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5323626" y="10357158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17894683" y="10381150"/>
            <a:ext cx="1166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375224" y="10435579"/>
            <a:ext cx="68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9134989" y="14398524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17679660" y="14441626"/>
            <a:ext cx="219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5885340" y="12498002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18776310" y="12507704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5893564" y="11421768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18491681" y="11399563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6279" y="10700820"/>
            <a:ext cx="128143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5353601" y="11021964"/>
            <a:ext cx="1026795" cy="28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7384579" y="8509081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6902163" y="8863979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19731981" y="7367206"/>
            <a:ext cx="6130424" cy="264111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21097235" y="8898026"/>
            <a:ext cx="3128217" cy="1006475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2856987" y="8523796"/>
            <a:ext cx="1019175" cy="296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7591690" y="12908697"/>
            <a:ext cx="820420" cy="1527810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0796726" y="12922032"/>
            <a:ext cx="820420" cy="1527810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1" tIns="34289" rIns="68581" bIns="34289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4" name="Up-Down Arrow 203"/>
          <p:cNvSpPr/>
          <p:nvPr>
            <p:custDataLst>
              <p:tags r:id="rId35"/>
            </p:custDataLst>
          </p:nvPr>
        </p:nvSpPr>
        <p:spPr>
          <a:xfrm rot="5400000">
            <a:off x="24304236" y="9369085"/>
            <a:ext cx="170232" cy="32908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6319744" y="10262241"/>
            <a:ext cx="1964952" cy="2364128"/>
            <a:chOff x="3715" y="7500"/>
            <a:chExt cx="1938" cy="236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0" name="Content Placeholder 72" descr="fc-apc"/>
            <p:cNvPicPr>
              <a:picLocks noChangeAspect="1"/>
            </p:cNvPicPr>
            <p:nvPr/>
          </p:nvPicPr>
          <p:blipFill>
            <a:blip r:embed="rId6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62" name="Straight Arrow Connector 61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20993751" y="10262241"/>
            <a:ext cx="1964952" cy="2364128"/>
            <a:chOff x="3715" y="7500"/>
            <a:chExt cx="1938" cy="2360"/>
          </a:xfrm>
        </p:grpSpPr>
        <p:cxnSp>
          <p:nvCxnSpPr>
            <p:cNvPr id="462" name="Straight Arrow Connector 461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63" name="Content Placeholder 72" descr="fc-apc"/>
            <p:cNvPicPr>
              <a:picLocks noChangeAspect="1"/>
            </p:cNvPicPr>
            <p:nvPr/>
          </p:nvPicPr>
          <p:blipFill>
            <a:blip r:embed="rId6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473" name="Straight Arrow Connector 47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4" name="Rounded Rectangle 466"/>
          <p:cNvSpPr/>
          <p:nvPr>
            <p:custDataLst>
              <p:tags r:id="rId36"/>
            </p:custDataLst>
          </p:nvPr>
        </p:nvSpPr>
        <p:spPr>
          <a:xfrm>
            <a:off x="9479795" y="11913122"/>
            <a:ext cx="5210136" cy="6678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Performance Monitoring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Device Configurations/Parameters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5" name="Up Arrow 490"/>
          <p:cNvSpPr/>
          <p:nvPr/>
        </p:nvSpPr>
        <p:spPr>
          <a:xfrm>
            <a:off x="10389300" y="1139122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6" name="Rounded Rectangle 471"/>
          <p:cNvSpPr/>
          <p:nvPr>
            <p:custDataLst>
              <p:tags r:id="rId37"/>
            </p:custDataLst>
          </p:nvPr>
        </p:nvSpPr>
        <p:spPr>
          <a:xfrm>
            <a:off x="11291416" y="11573090"/>
            <a:ext cx="1019175" cy="2965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89" name="Up Arrow 491"/>
          <p:cNvSpPr/>
          <p:nvPr/>
        </p:nvSpPr>
        <p:spPr>
          <a:xfrm>
            <a:off x="13234945" y="1139122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8"/>
          <p:cNvSpPr/>
          <p:nvPr/>
        </p:nvSpPr>
        <p:spPr>
          <a:xfrm>
            <a:off x="10435522" y="12472982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5" name="Up Arrow 488"/>
          <p:cNvSpPr/>
          <p:nvPr/>
        </p:nvSpPr>
        <p:spPr>
          <a:xfrm>
            <a:off x="13222929" y="12508019"/>
            <a:ext cx="231775" cy="470535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ounded Rectangle 202"/>
          <p:cNvSpPr/>
          <p:nvPr>
            <p:custDataLst>
              <p:tags r:id="rId38"/>
            </p:custDataLst>
          </p:nvPr>
        </p:nvSpPr>
        <p:spPr>
          <a:xfrm>
            <a:off x="19896023" y="7513146"/>
            <a:ext cx="862143" cy="2347293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" name="Up Arrow 10"/>
          <p:cNvSpPr/>
          <p:nvPr>
            <p:custDataLst>
              <p:tags r:id="rId39"/>
            </p:custDataLst>
          </p:nvPr>
        </p:nvSpPr>
        <p:spPr>
          <a:xfrm rot="5400000" flipV="1">
            <a:off x="20910501" y="7640494"/>
            <a:ext cx="163195" cy="42227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TextBox 58"/>
          <p:cNvSpPr txBox="1"/>
          <p:nvPr/>
        </p:nvSpPr>
        <p:spPr>
          <a:xfrm>
            <a:off x="19908619" y="8127748"/>
            <a:ext cx="88789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zh-CN" sz="1350" b="1" i="1">
                <a:solidFill>
                  <a:prstClr val="black"/>
                </a:solidFill>
                <a:latin typeface="Calibri" panose="020F0502020204030204"/>
              </a:rPr>
              <a:t>emantic</a:t>
            </a:r>
          </a:p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Encoder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7" name="Picture 56" descr="A network of circles and lines&#10;&#10;AI-generated content may be incorrect.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44574" y="8866101"/>
            <a:ext cx="611997" cy="586138"/>
          </a:xfrm>
          <a:prstGeom prst="rect">
            <a:avLst/>
          </a:prstGeom>
        </p:spPr>
      </p:pic>
      <p:sp>
        <p:nvSpPr>
          <p:cNvPr id="467" name="Up Arrow 489"/>
          <p:cNvSpPr/>
          <p:nvPr/>
        </p:nvSpPr>
        <p:spPr>
          <a:xfrm rot="16200000">
            <a:off x="19106833" y="8911939"/>
            <a:ext cx="264787" cy="631589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83" name="Picture 482" descr="kafka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8750403" y="8680781"/>
            <a:ext cx="956945" cy="3702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131983" y="9096974"/>
            <a:ext cx="1893000" cy="38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5793661" y="9100640"/>
            <a:ext cx="2487581" cy="34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0479" y="8933114"/>
            <a:ext cx="3373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48445" y="8961689"/>
            <a:ext cx="3545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Rx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1503858" y="9095522"/>
            <a:ext cx="213847" cy="47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8499847" y="9109338"/>
            <a:ext cx="204322" cy="953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riangle 40"/>
          <p:cNvSpPr/>
          <p:nvPr/>
        </p:nvSpPr>
        <p:spPr>
          <a:xfrm rot="5400000">
            <a:off x="17012924" y="9015989"/>
            <a:ext cx="311483" cy="202893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oup 16"/>
          <p:cNvGrpSpPr>
            <a:grpSpLocks noChangeAspect="1"/>
          </p:cNvGrpSpPr>
          <p:nvPr/>
        </p:nvGrpSpPr>
        <p:grpSpPr bwMode="auto">
          <a:xfrm>
            <a:off x="18179320" y="8994077"/>
            <a:ext cx="299577" cy="246234"/>
            <a:chOff x="1616" y="2983"/>
            <a:chExt cx="318" cy="313"/>
          </a:xfrm>
        </p:grpSpPr>
        <p:sp>
          <p:nvSpPr>
            <p:cNvPr id="11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9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1720086" y="9102190"/>
            <a:ext cx="2487581" cy="34292"/>
          </a:xfrm>
          <a:prstGeom prst="rect">
            <a:avLst/>
          </a:prstGeom>
        </p:spPr>
      </p:pic>
      <p:grpSp>
        <p:nvGrpSpPr>
          <p:cNvPr id="24" name="Group 16"/>
          <p:cNvGrpSpPr>
            <a:grpSpLocks noChangeAspect="1"/>
          </p:cNvGrpSpPr>
          <p:nvPr/>
        </p:nvGrpSpPr>
        <p:grpSpPr bwMode="auto">
          <a:xfrm>
            <a:off x="11705799" y="8985027"/>
            <a:ext cx="299577" cy="246234"/>
            <a:chOff x="1616" y="2983"/>
            <a:chExt cx="318" cy="313"/>
          </a:xfrm>
        </p:grpSpPr>
        <p:sp>
          <p:nvSpPr>
            <p:cNvPr id="25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33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" name="Triangle 42"/>
          <p:cNvSpPr/>
          <p:nvPr/>
        </p:nvSpPr>
        <p:spPr>
          <a:xfrm rot="5400000">
            <a:off x="12334004" y="9000272"/>
            <a:ext cx="311483" cy="202893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8" name="Group 16"/>
          <p:cNvGrpSpPr>
            <a:grpSpLocks noChangeAspect="1"/>
          </p:cNvGrpSpPr>
          <p:nvPr/>
        </p:nvGrpSpPr>
        <p:grpSpPr bwMode="auto">
          <a:xfrm>
            <a:off x="14104793" y="8998839"/>
            <a:ext cx="299577" cy="246234"/>
            <a:chOff x="1616" y="2983"/>
            <a:chExt cx="318" cy="313"/>
          </a:xfrm>
        </p:grpSpPr>
        <p:sp>
          <p:nvSpPr>
            <p:cNvPr id="39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6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47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1" name="Group 16"/>
          <p:cNvGrpSpPr>
            <a:grpSpLocks noChangeAspect="1"/>
          </p:cNvGrpSpPr>
          <p:nvPr/>
        </p:nvGrpSpPr>
        <p:grpSpPr bwMode="auto">
          <a:xfrm>
            <a:off x="15552182" y="8983122"/>
            <a:ext cx="299576" cy="246234"/>
            <a:chOff x="1616" y="2983"/>
            <a:chExt cx="318" cy="313"/>
          </a:xfrm>
        </p:grpSpPr>
        <p:sp>
          <p:nvSpPr>
            <p:cNvPr id="52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9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60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64" name="Group 16"/>
          <p:cNvGrpSpPr>
            <a:grpSpLocks noChangeAspect="1"/>
          </p:cNvGrpSpPr>
          <p:nvPr/>
        </p:nvGrpSpPr>
        <p:grpSpPr bwMode="auto">
          <a:xfrm>
            <a:off x="13156530" y="8998839"/>
            <a:ext cx="299577" cy="246234"/>
            <a:chOff x="1616" y="2983"/>
            <a:chExt cx="318" cy="313"/>
          </a:xfrm>
        </p:grpSpPr>
        <p:sp>
          <p:nvSpPr>
            <p:cNvPr id="65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81" tIns="34289" rIns="68581" bIns="34289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2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73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1" tIns="34289" rIns="68581" bIns="34289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12726296" y="10647579"/>
            <a:ext cx="4304649" cy="3445182"/>
            <a:chOff x="7387960" y="4657628"/>
            <a:chExt cx="2752647" cy="2203053"/>
          </a:xfrm>
        </p:grpSpPr>
        <p:pic>
          <p:nvPicPr>
            <p:cNvPr id="77" name="Picture 76"/>
            <p:cNvPicPr>
              <a:picLocks noChangeAspect="1"/>
            </p:cNvPicPr>
            <p:nvPr/>
          </p:nvPicPr>
          <p:blipFill rotWithShape="1">
            <a:blip r:embed="rId3"/>
            <a:srcRect t="1" b="29557"/>
            <a:stretch>
              <a:fillRect/>
            </a:stretch>
          </p:blipFill>
          <p:spPr>
            <a:xfrm>
              <a:off x="9574512" y="4673990"/>
              <a:ext cx="564096" cy="550254"/>
            </a:xfrm>
            <a:prstGeom prst="rect">
              <a:avLst/>
            </a:prstGeom>
          </p:spPr>
        </p:pic>
        <p:sp>
          <p:nvSpPr>
            <p:cNvPr id="78" name="Rectangle 77"/>
            <p:cNvSpPr/>
            <p:nvPr/>
          </p:nvSpPr>
          <p:spPr>
            <a:xfrm>
              <a:off x="9568724" y="466565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582397" y="5214305"/>
              <a:ext cx="352824" cy="157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5G RU</a:t>
              </a:r>
            </a:p>
          </p:txBody>
        </p:sp>
        <p:pic>
          <p:nvPicPr>
            <p:cNvPr id="80" name="Picture 7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8954" y="4657628"/>
              <a:ext cx="571883" cy="553139"/>
            </a:xfrm>
            <a:prstGeom prst="rect">
              <a:avLst/>
            </a:prstGeom>
          </p:spPr>
        </p:pic>
        <p:grpSp>
          <p:nvGrpSpPr>
            <p:cNvPr id="81" name="Group 80"/>
            <p:cNvGrpSpPr/>
            <p:nvPr/>
          </p:nvGrpSpPr>
          <p:grpSpPr>
            <a:xfrm>
              <a:off x="7387960" y="4657629"/>
              <a:ext cx="632877" cy="766618"/>
              <a:chOff x="4100983" y="2420425"/>
              <a:chExt cx="632877" cy="766618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4161977" y="2420425"/>
                <a:ext cx="571883" cy="766618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100983" y="2965884"/>
                <a:ext cx="452254" cy="1574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WiFi6 AP</a:t>
                </a:r>
              </a:p>
            </p:txBody>
          </p:sp>
        </p:grpSp>
        <p:pic>
          <p:nvPicPr>
            <p:cNvPr id="84" name="Picture 83"/>
            <p:cNvPicPr>
              <a:picLocks noChangeAspect="1"/>
            </p:cNvPicPr>
            <p:nvPr/>
          </p:nvPicPr>
          <p:blipFill rotWithShape="1">
            <a:blip r:embed="rId5"/>
            <a:srcRect r="9405"/>
            <a:stretch>
              <a:fillRect/>
            </a:stretch>
          </p:blipFill>
          <p:spPr>
            <a:xfrm>
              <a:off x="8555450" y="4657628"/>
              <a:ext cx="565197" cy="553139"/>
            </a:xfrm>
            <a:prstGeom prst="rect">
              <a:avLst/>
            </a:prstGeom>
          </p:spPr>
        </p:pic>
        <p:grpSp>
          <p:nvGrpSpPr>
            <p:cNvPr id="85" name="Group 84"/>
            <p:cNvGrpSpPr/>
            <p:nvPr/>
          </p:nvGrpSpPr>
          <p:grpSpPr>
            <a:xfrm>
              <a:off x="8543282" y="4657628"/>
              <a:ext cx="577365" cy="766618"/>
              <a:chOff x="4156495" y="2420425"/>
              <a:chExt cx="577365" cy="766618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4161977" y="2420425"/>
                <a:ext cx="571883" cy="766618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156495" y="2968044"/>
                <a:ext cx="383576" cy="1574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LiFi</a:t>
                </a:r>
                <a:r>
                  <a:rPr lang="en-GB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</a:t>
                </a:r>
              </a:p>
            </p:txBody>
          </p:sp>
        </p:grpSp>
        <p:sp>
          <p:nvSpPr>
            <p:cNvPr id="88" name="Thought Bubble: Cloud 87"/>
            <p:cNvSpPr/>
            <p:nvPr/>
          </p:nvSpPr>
          <p:spPr>
            <a:xfrm>
              <a:off x="8804186" y="5860784"/>
              <a:ext cx="1199208" cy="999897"/>
            </a:xfrm>
            <a:prstGeom prst="cloudCallout">
              <a:avLst>
                <a:gd name="adj1" fmla="val -61115"/>
                <a:gd name="adj2" fmla="val 32840"/>
              </a:avLst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991851" y="6549636"/>
              <a:ext cx="589611" cy="1174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700"/>
                </a:lnSpc>
              </a:pPr>
              <a:r>
                <a:rPr lang="en-GB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Multi-access CPE</a:t>
              </a:r>
            </a:p>
          </p:txBody>
        </p:sp>
        <p:pic>
          <p:nvPicPr>
            <p:cNvPr id="90" name="Picture 89" descr="Shape&#10;&#10;Description automatically generated with low confidence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028037">
              <a:off x="7686962" y="5454206"/>
              <a:ext cx="120990" cy="120990"/>
            </a:xfrm>
            <a:prstGeom prst="rect">
              <a:avLst/>
            </a:prstGeom>
          </p:spPr>
        </p:pic>
        <p:pic>
          <p:nvPicPr>
            <p:cNvPr id="91" name="Picture 90" descr="Icon&#10;&#10;Description automatically generated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97026" y="5429166"/>
              <a:ext cx="183586" cy="183586"/>
            </a:xfrm>
            <a:prstGeom prst="rect">
              <a:avLst/>
            </a:prstGeom>
          </p:spPr>
        </p:pic>
        <p:pic>
          <p:nvPicPr>
            <p:cNvPr id="92" name="Picture 91" descr="Shape&#10;&#10;Description automatically generated with low confidence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8740685" y="5424245"/>
              <a:ext cx="188771" cy="188771"/>
            </a:xfrm>
            <a:prstGeom prst="rect">
              <a:avLst/>
            </a:prstGeom>
          </p:spPr>
        </p:pic>
        <p:pic>
          <p:nvPicPr>
            <p:cNvPr id="93" name="Picture 92" descr="Icon&#10;&#10;Description automatically generated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888821" y="5810017"/>
              <a:ext cx="302538" cy="262987"/>
            </a:xfrm>
            <a:prstGeom prst="rect">
              <a:avLst/>
            </a:prstGeom>
          </p:spPr>
        </p:pic>
        <p:pic>
          <p:nvPicPr>
            <p:cNvPr id="94" name="Picture 93" descr="Icon&#10;&#10;Description automatically generated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204442" y="5810016"/>
              <a:ext cx="302538" cy="262987"/>
            </a:xfrm>
            <a:prstGeom prst="rect">
              <a:avLst/>
            </a:prstGeom>
          </p:spPr>
        </p:pic>
        <p:pic>
          <p:nvPicPr>
            <p:cNvPr id="95" name="Picture 94" descr="Icon&#10;&#10;Description automatically generated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525862" y="5811428"/>
              <a:ext cx="302538" cy="262987"/>
            </a:xfrm>
            <a:prstGeom prst="rect">
              <a:avLst/>
            </a:prstGeom>
          </p:spPr>
        </p:pic>
        <p:pic>
          <p:nvPicPr>
            <p:cNvPr id="96" name="Picture 95"/>
            <p:cNvPicPr>
              <a:picLocks noChangeAspect="1"/>
            </p:cNvPicPr>
            <p:nvPr/>
          </p:nvPicPr>
          <p:blipFill rotWithShape="1">
            <a:blip r:embed="rId10"/>
            <a:srcRect t="-19376" b="30145"/>
            <a:stretch>
              <a:fillRect/>
            </a:stretch>
          </p:blipFill>
          <p:spPr>
            <a:xfrm>
              <a:off x="9056602" y="5824488"/>
              <a:ext cx="646834" cy="746576"/>
            </a:xfrm>
            <a:prstGeom prst="rect">
              <a:avLst/>
            </a:prstGeom>
          </p:spPr>
        </p:pic>
        <p:cxnSp>
          <p:nvCxnSpPr>
            <p:cNvPr id="97" name="Connector: Curved 96"/>
            <p:cNvCxnSpPr/>
            <p:nvPr/>
          </p:nvCxnSpPr>
          <p:spPr>
            <a:xfrm>
              <a:off x="7885124" y="5600236"/>
              <a:ext cx="979427" cy="335069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: Curved 97"/>
            <p:cNvCxnSpPr>
              <a:stCxn id="92" idx="0"/>
              <a:endCxn id="96" idx="0"/>
            </p:cNvCxnSpPr>
            <p:nvPr/>
          </p:nvCxnSpPr>
          <p:spPr>
            <a:xfrm rot="16200000" flipH="1">
              <a:off x="9001808" y="5446277"/>
              <a:ext cx="211472" cy="544949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Curved 98"/>
            <p:cNvCxnSpPr>
              <a:stCxn id="91" idx="2"/>
              <a:endCxn id="95" idx="0"/>
            </p:cNvCxnSpPr>
            <p:nvPr/>
          </p:nvCxnSpPr>
          <p:spPr>
            <a:xfrm rot="5400000">
              <a:off x="9683637" y="5606246"/>
              <a:ext cx="198676" cy="211688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/>
            <p:cNvSpPr/>
            <p:nvPr/>
          </p:nvSpPr>
          <p:spPr>
            <a:xfrm>
              <a:off x="9376460" y="6038881"/>
              <a:ext cx="313379" cy="1019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">
                <a:solidFill>
                  <a:schemeClr val="tx1"/>
                </a:solidFill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332647" y="5995649"/>
              <a:ext cx="261594" cy="1180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"/>
                <a:t>MPTCP</a:t>
              </a:r>
            </a:p>
          </p:txBody>
        </p:sp>
      </p:grpSp>
      <p:cxnSp>
        <p:nvCxnSpPr>
          <p:cNvPr id="103" name="Connector: Elbow 102"/>
          <p:cNvCxnSpPr>
            <a:stCxn id="82" idx="0"/>
            <a:endCxn id="27" idx="2"/>
          </p:cNvCxnSpPr>
          <p:nvPr/>
        </p:nvCxnSpPr>
        <p:spPr>
          <a:xfrm rot="16200000" flipV="1">
            <a:off x="11843526" y="9222270"/>
            <a:ext cx="1419468" cy="1431154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/>
          <p:cNvCxnSpPr>
            <a:stCxn id="84" idx="0"/>
            <a:endCxn id="27" idx="2"/>
          </p:cNvCxnSpPr>
          <p:nvPr/>
        </p:nvCxnSpPr>
        <p:spPr>
          <a:xfrm rot="16200000" flipV="1">
            <a:off x="12706094" y="8359703"/>
            <a:ext cx="1419466" cy="3156288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801496" y="7756378"/>
            <a:ext cx="4581235" cy="3043389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8799583" y="10804865"/>
            <a:ext cx="4583144" cy="313883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9687" y="12494524"/>
            <a:ext cx="732519" cy="1038402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20429688" y="12496631"/>
            <a:ext cx="729441" cy="1255424"/>
            <a:chOff x="4161977" y="2420425"/>
            <a:chExt cx="571883" cy="696203"/>
          </a:xfrm>
        </p:grpSpPr>
        <p:sp>
          <p:nvSpPr>
            <p:cNvPr id="7" name="Rectangle 6"/>
            <p:cNvSpPr/>
            <p:nvPr/>
          </p:nvSpPr>
          <p:spPr>
            <a:xfrm>
              <a:off x="4161977" y="2420425"/>
              <a:ext cx="571883" cy="67672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6803" y="2980085"/>
              <a:ext cx="502230" cy="136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Robot</a:t>
              </a:r>
            </a:p>
          </p:txBody>
        </p:sp>
      </p:grpSp>
      <p:sp>
        <p:nvSpPr>
          <p:cNvPr id="9" name="Rectangle: Rounded Corners 8"/>
          <p:cNvSpPr/>
          <p:nvPr/>
        </p:nvSpPr>
        <p:spPr>
          <a:xfrm>
            <a:off x="19584164" y="10190744"/>
            <a:ext cx="3500254" cy="551745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1" b="29557"/>
          <a:stretch>
            <a:fillRect/>
          </a:stretch>
        </p:blipFill>
        <p:spPr>
          <a:xfrm>
            <a:off x="21869085" y="10903459"/>
            <a:ext cx="564096" cy="55025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1863302" y="10895123"/>
            <a:ext cx="571883" cy="76661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21876970" y="11443777"/>
            <a:ext cx="5517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RU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3532" y="10887101"/>
            <a:ext cx="571883" cy="553139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19682537" y="10887096"/>
            <a:ext cx="707245" cy="791680"/>
            <a:chOff x="4100983" y="2420425"/>
            <a:chExt cx="707245" cy="791680"/>
          </a:xfrm>
        </p:grpSpPr>
        <p:sp>
          <p:nvSpPr>
            <p:cNvPr id="15" name="Rectangle 14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00983" y="2965884"/>
              <a:ext cx="7072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WiFi6 AP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r="9405"/>
          <a:stretch>
            <a:fillRect/>
          </a:stretch>
        </p:blipFill>
        <p:spPr>
          <a:xfrm>
            <a:off x="20850027" y="10887101"/>
            <a:ext cx="565197" cy="553139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20837851" y="10887095"/>
            <a:ext cx="599844" cy="793840"/>
            <a:chOff x="4156495" y="2420425"/>
            <a:chExt cx="599845" cy="793840"/>
          </a:xfrm>
        </p:grpSpPr>
        <p:sp>
          <p:nvSpPr>
            <p:cNvPr id="19" name="Rectangle 18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56495" y="2968044"/>
              <a:ext cx="5998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LiFi</a:t>
              </a:r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9562919" y="10454952"/>
            <a:ext cx="1007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45026" y="10453225"/>
            <a:ext cx="963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pic>
        <p:nvPicPr>
          <p:cNvPr id="23" name="Picture 22" descr="Shape&#10;&#10;Description automatically generated with low confidenc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359" y="7897020"/>
            <a:ext cx="629916" cy="6299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306122" y="10487099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CU+DU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97972" y="9912391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ore</a:t>
            </a:r>
            <a:endParaRPr lang="en-GB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4" r="7025"/>
          <a:stretch>
            <a:fillRect/>
          </a:stretch>
        </p:blipFill>
        <p:spPr>
          <a:xfrm>
            <a:off x="21911621" y="9526328"/>
            <a:ext cx="481394" cy="573015"/>
          </a:xfrm>
          <a:prstGeom prst="rect">
            <a:avLst/>
          </a:prstGeom>
        </p:spPr>
      </p:pic>
      <p:pic>
        <p:nvPicPr>
          <p:cNvPr id="27" name="Picture 26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4" b="7443"/>
          <a:stretch>
            <a:fillRect/>
          </a:stretch>
        </p:blipFill>
        <p:spPr>
          <a:xfrm>
            <a:off x="21896412" y="10256796"/>
            <a:ext cx="511812" cy="4292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534228" y="9964726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Edge Cluster</a:t>
            </a:r>
          </a:p>
        </p:txBody>
      </p:sp>
      <p:sp>
        <p:nvSpPr>
          <p:cNvPr id="29" name="Thought Bubble: Cloud 28"/>
          <p:cNvSpPr/>
          <p:nvPr/>
        </p:nvSpPr>
        <p:spPr>
          <a:xfrm>
            <a:off x="21098760" y="12090256"/>
            <a:ext cx="1199208" cy="999897"/>
          </a:xfrm>
          <a:prstGeom prst="cloudCallout">
            <a:avLst>
              <a:gd name="adj1" fmla="val -61115"/>
              <a:gd name="adj2" fmla="val 3284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21286428" y="12779108"/>
            <a:ext cx="707245" cy="273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Multi-access</a:t>
            </a:r>
          </a:p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CPE</a:t>
            </a:r>
          </a:p>
        </p:txBody>
      </p:sp>
      <p:pic>
        <p:nvPicPr>
          <p:cNvPr id="31" name="Picture 30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5" r="10626" b="78667"/>
          <a:stretch>
            <a:fillRect/>
          </a:stretch>
        </p:blipFill>
        <p:spPr>
          <a:xfrm>
            <a:off x="19648921" y="10252556"/>
            <a:ext cx="752701" cy="201631"/>
          </a:xfrm>
          <a:prstGeom prst="rect">
            <a:avLst/>
          </a:prstGeom>
        </p:spPr>
      </p:pic>
      <p:pic>
        <p:nvPicPr>
          <p:cNvPr id="32" name="Picture 31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1" r="10674" b="78667"/>
          <a:stretch>
            <a:fillRect/>
          </a:stretch>
        </p:blipFill>
        <p:spPr>
          <a:xfrm>
            <a:off x="20754105" y="10252292"/>
            <a:ext cx="753416" cy="201631"/>
          </a:xfrm>
          <a:prstGeom prst="rect">
            <a:avLst/>
          </a:prstGeom>
        </p:spPr>
      </p:pic>
      <p:cxnSp>
        <p:nvCxnSpPr>
          <p:cNvPr id="33" name="Straight Connector 32"/>
          <p:cNvCxnSpPr>
            <a:stCxn id="27" idx="2"/>
            <a:endCxn id="10" idx="0"/>
          </p:cNvCxnSpPr>
          <p:nvPr/>
        </p:nvCxnSpPr>
        <p:spPr>
          <a:xfrm flipH="1">
            <a:off x="22151137" y="10686065"/>
            <a:ext cx="1185" cy="217394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6" idx="2"/>
            <a:endCxn id="27" idx="0"/>
          </p:cNvCxnSpPr>
          <p:nvPr/>
        </p:nvCxnSpPr>
        <p:spPr>
          <a:xfrm>
            <a:off x="22152318" y="10099338"/>
            <a:ext cx="0" cy="157458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Shape&#10;&#10;Description automatically generated with low confidenc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1622" y="9228871"/>
            <a:ext cx="368367" cy="368367"/>
          </a:xfrm>
          <a:prstGeom prst="rect">
            <a:avLst/>
          </a:prstGeom>
        </p:spPr>
      </p:pic>
      <p:cxnSp>
        <p:nvCxnSpPr>
          <p:cNvPr id="36" name="Connector: Elbow 35"/>
          <p:cNvCxnSpPr>
            <a:stCxn id="31" idx="3"/>
            <a:endCxn id="35" idx="2"/>
          </p:cNvCxnSpPr>
          <p:nvPr/>
        </p:nvCxnSpPr>
        <p:spPr>
          <a:xfrm flipV="1">
            <a:off x="20401617" y="9597233"/>
            <a:ext cx="184184" cy="756134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/>
          <p:cNvCxnSpPr>
            <a:stCxn id="32" idx="1"/>
            <a:endCxn id="35" idx="2"/>
          </p:cNvCxnSpPr>
          <p:nvPr/>
        </p:nvCxnSpPr>
        <p:spPr>
          <a:xfrm rot="10800000">
            <a:off x="20585801" y="9597233"/>
            <a:ext cx="168304" cy="75587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/>
          <p:cNvCxnSpPr>
            <a:stCxn id="26" idx="1"/>
            <a:endCxn id="35" idx="2"/>
          </p:cNvCxnSpPr>
          <p:nvPr/>
        </p:nvCxnSpPr>
        <p:spPr>
          <a:xfrm rot="10800000">
            <a:off x="20585801" y="9597234"/>
            <a:ext cx="1325820" cy="215598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/>
          <p:cNvCxnSpPr>
            <a:endCxn id="31" idx="1"/>
          </p:cNvCxnSpPr>
          <p:nvPr/>
        </p:nvCxnSpPr>
        <p:spPr>
          <a:xfrm rot="10800000">
            <a:off x="19648922" y="10353373"/>
            <a:ext cx="94611" cy="917039"/>
          </a:xfrm>
          <a:prstGeom prst="bentConnector3">
            <a:avLst>
              <a:gd name="adj1" fmla="val 341621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/>
          <p:cNvCxnSpPr>
            <a:endCxn id="32" idx="3"/>
          </p:cNvCxnSpPr>
          <p:nvPr/>
        </p:nvCxnSpPr>
        <p:spPr>
          <a:xfrm flipV="1">
            <a:off x="21415224" y="10353103"/>
            <a:ext cx="92301" cy="917302"/>
          </a:xfrm>
          <a:prstGeom prst="bentConnector3">
            <a:avLst>
              <a:gd name="adj1" fmla="val 347668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/>
          <p:cNvCxnSpPr>
            <a:stCxn id="35" idx="0"/>
          </p:cNvCxnSpPr>
          <p:nvPr/>
        </p:nvCxnSpPr>
        <p:spPr>
          <a:xfrm rot="16200000" flipV="1">
            <a:off x="19895378" y="8538442"/>
            <a:ext cx="600238" cy="78061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/>
          <p:cNvCxnSpPr>
            <a:stCxn id="35" idx="0"/>
          </p:cNvCxnSpPr>
          <p:nvPr/>
        </p:nvCxnSpPr>
        <p:spPr>
          <a:xfrm rot="5400000" flipH="1" flipV="1">
            <a:off x="21268161" y="7946277"/>
            <a:ext cx="600239" cy="1964951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975433" y="8437904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Datacentre</a:t>
            </a:r>
          </a:p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with GPU</a:t>
            </a:r>
          </a:p>
        </p:txBody>
      </p:sp>
      <p:pic>
        <p:nvPicPr>
          <p:cNvPr id="44" name="Picture 43" descr="Shape&#10;&#10;Description automatically generated with low confidence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8037">
            <a:off x="19981535" y="11683674"/>
            <a:ext cx="120990" cy="120990"/>
          </a:xfrm>
          <a:prstGeom prst="rect">
            <a:avLst/>
          </a:prstGeom>
        </p:spPr>
      </p:pic>
      <p:pic>
        <p:nvPicPr>
          <p:cNvPr id="45" name="Picture 44" descr="Icon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1600" y="11658634"/>
            <a:ext cx="183586" cy="18358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802085" y="13734438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Lab Testing Area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690652" y="9378381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</a:p>
        </p:txBody>
      </p:sp>
      <p:pic>
        <p:nvPicPr>
          <p:cNvPr id="48" name="Picture 47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599" y="8117184"/>
            <a:ext cx="246222" cy="246222"/>
          </a:xfrm>
          <a:prstGeom prst="rect">
            <a:avLst/>
          </a:prstGeom>
        </p:spPr>
      </p:pic>
      <p:pic>
        <p:nvPicPr>
          <p:cNvPr id="49" name="Picture 48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436" y="8117184"/>
            <a:ext cx="246222" cy="246222"/>
          </a:xfrm>
          <a:prstGeom prst="rect">
            <a:avLst/>
          </a:prstGeom>
        </p:spPr>
      </p:pic>
      <p:pic>
        <p:nvPicPr>
          <p:cNvPr id="50" name="Picture 49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3273" y="8117184"/>
            <a:ext cx="246222" cy="246222"/>
          </a:xfrm>
          <a:prstGeom prst="rect">
            <a:avLst/>
          </a:prstGeom>
        </p:spPr>
      </p:pic>
      <p:pic>
        <p:nvPicPr>
          <p:cNvPr id="51" name="Picture 50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599" y="8767119"/>
            <a:ext cx="246222" cy="246222"/>
          </a:xfrm>
          <a:prstGeom prst="rect">
            <a:avLst/>
          </a:prstGeom>
        </p:spPr>
      </p:pic>
      <p:pic>
        <p:nvPicPr>
          <p:cNvPr id="52" name="Picture 51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436" y="8767119"/>
            <a:ext cx="246222" cy="246222"/>
          </a:xfrm>
          <a:prstGeom prst="rect">
            <a:avLst/>
          </a:prstGeom>
        </p:spPr>
      </p:pic>
      <p:pic>
        <p:nvPicPr>
          <p:cNvPr id="53" name="Picture 52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3273" y="8767119"/>
            <a:ext cx="246222" cy="24622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1615196" y="790174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95987" y="7900814"/>
            <a:ext cx="3946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360825" y="790174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542788" y="9002913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62157" y="9002913"/>
            <a:ext cx="4587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390647" y="9002913"/>
            <a:ext cx="3465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</p:txBody>
      </p:sp>
      <p:cxnSp>
        <p:nvCxnSpPr>
          <p:cNvPr id="60" name="Straight Connector 59"/>
          <p:cNvCxnSpPr>
            <a:stCxn id="48" idx="2"/>
            <a:endCxn id="51" idx="0"/>
          </p:cNvCxnSpPr>
          <p:nvPr/>
        </p:nvCxnSpPr>
        <p:spPr>
          <a:xfrm>
            <a:off x="21826710" y="8363411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49" idx="2"/>
            <a:endCxn id="52" idx="0"/>
          </p:cNvCxnSpPr>
          <p:nvPr/>
        </p:nvCxnSpPr>
        <p:spPr>
          <a:xfrm>
            <a:off x="22191547" y="8363411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0" idx="2"/>
            <a:endCxn id="53" idx="0"/>
          </p:cNvCxnSpPr>
          <p:nvPr/>
        </p:nvCxnSpPr>
        <p:spPr>
          <a:xfrm>
            <a:off x="22556384" y="8363411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/>
          <p:cNvSpPr/>
          <p:nvPr/>
        </p:nvSpPr>
        <p:spPr>
          <a:xfrm>
            <a:off x="21532812" y="7900813"/>
            <a:ext cx="1268909" cy="1328032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/>
          <p:cNvSpPr txBox="1"/>
          <p:nvPr/>
        </p:nvSpPr>
        <p:spPr>
          <a:xfrm>
            <a:off x="21390039" y="9191308"/>
            <a:ext cx="1527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Network Management</a:t>
            </a:r>
          </a:p>
        </p:txBody>
      </p:sp>
      <p:pic>
        <p:nvPicPr>
          <p:cNvPr id="65" name="Picture 64" descr="Shape&#10;&#10;Description automatically generated with low confidence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1035262" y="11653718"/>
            <a:ext cx="188771" cy="188771"/>
          </a:xfrm>
          <a:prstGeom prst="rect">
            <a:avLst/>
          </a:prstGeom>
        </p:spPr>
      </p:pic>
      <p:pic>
        <p:nvPicPr>
          <p:cNvPr id="66" name="Picture 65" descr="Icon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183394" y="12039490"/>
            <a:ext cx="302538" cy="262987"/>
          </a:xfrm>
          <a:prstGeom prst="rect">
            <a:avLst/>
          </a:prstGeom>
        </p:spPr>
      </p:pic>
      <p:pic>
        <p:nvPicPr>
          <p:cNvPr id="67" name="Picture 66" descr="Icon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499016" y="12039489"/>
            <a:ext cx="302538" cy="262987"/>
          </a:xfrm>
          <a:prstGeom prst="rect">
            <a:avLst/>
          </a:prstGeom>
        </p:spPr>
      </p:pic>
      <p:pic>
        <p:nvPicPr>
          <p:cNvPr id="68" name="Picture 67" descr="Icon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20436" y="12040900"/>
            <a:ext cx="302538" cy="262987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16"/>
          <a:srcRect t="-19376" b="30145"/>
          <a:stretch>
            <a:fillRect/>
          </a:stretch>
        </p:blipFill>
        <p:spPr>
          <a:xfrm>
            <a:off x="21351176" y="12053956"/>
            <a:ext cx="646834" cy="746576"/>
          </a:xfrm>
          <a:prstGeom prst="rect">
            <a:avLst/>
          </a:prstGeom>
        </p:spPr>
      </p:pic>
      <p:cxnSp>
        <p:nvCxnSpPr>
          <p:cNvPr id="70" name="Connector: Curved 69"/>
          <p:cNvCxnSpPr/>
          <p:nvPr/>
        </p:nvCxnSpPr>
        <p:spPr>
          <a:xfrm>
            <a:off x="20179702" y="11829708"/>
            <a:ext cx="979427" cy="335069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/>
          <p:cNvCxnSpPr>
            <a:stCxn id="65" idx="0"/>
            <a:endCxn id="69" idx="0"/>
          </p:cNvCxnSpPr>
          <p:nvPr/>
        </p:nvCxnSpPr>
        <p:spPr>
          <a:xfrm rot="16200000" flipH="1">
            <a:off x="21296381" y="11675750"/>
            <a:ext cx="211472" cy="544949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/>
          <p:cNvCxnSpPr>
            <a:stCxn id="45" idx="2"/>
            <a:endCxn id="68" idx="0"/>
          </p:cNvCxnSpPr>
          <p:nvPr/>
        </p:nvCxnSpPr>
        <p:spPr>
          <a:xfrm rot="5400000">
            <a:off x="21978210" y="11835714"/>
            <a:ext cx="198676" cy="211688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2080" y="8147324"/>
            <a:ext cx="246222" cy="246222"/>
          </a:xfrm>
          <a:prstGeom prst="rect">
            <a:avLst/>
          </a:prstGeom>
        </p:spPr>
      </p:pic>
      <p:pic>
        <p:nvPicPr>
          <p:cNvPr id="74" name="Picture 73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2080" y="8797259"/>
            <a:ext cx="246222" cy="246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9604552" y="7868579"/>
            <a:ext cx="522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MPTCP</a:t>
            </a:r>
          </a:p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521269" y="9033053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Robot VNFs</a:t>
            </a:r>
          </a:p>
        </p:txBody>
      </p:sp>
      <p:cxnSp>
        <p:nvCxnSpPr>
          <p:cNvPr id="77" name="Straight Connector 76"/>
          <p:cNvCxnSpPr>
            <a:stCxn id="73" idx="2"/>
            <a:endCxn id="74" idx="0"/>
          </p:cNvCxnSpPr>
          <p:nvPr/>
        </p:nvCxnSpPr>
        <p:spPr>
          <a:xfrm>
            <a:off x="19805191" y="8393551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/>
          <p:cNvSpPr/>
          <p:nvPr/>
        </p:nvSpPr>
        <p:spPr>
          <a:xfrm>
            <a:off x="19012897" y="7901862"/>
            <a:ext cx="1205636" cy="1328032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/>
          <p:cNvSpPr/>
          <p:nvPr/>
        </p:nvSpPr>
        <p:spPr>
          <a:xfrm>
            <a:off x="21671038" y="12268349"/>
            <a:ext cx="313379" cy="101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"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1627220" y="12225117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/>
              <a:t>MPTCP</a:t>
            </a:r>
          </a:p>
        </p:txBody>
      </p:sp>
      <p:pic>
        <p:nvPicPr>
          <p:cNvPr id="81" name="Picture 80" descr="A diagram of a circuit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97514" y="10006881"/>
            <a:ext cx="9869143" cy="4038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801495" y="8375503"/>
            <a:ext cx="4529203" cy="3043389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8804184" y="11840387"/>
            <a:ext cx="4531090" cy="25738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/>
          <p:cNvSpPr/>
          <p:nvPr/>
        </p:nvSpPr>
        <p:spPr>
          <a:xfrm>
            <a:off x="19584164" y="10771769"/>
            <a:ext cx="3500254" cy="551745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1" b="29557"/>
          <a:stretch>
            <a:fillRect/>
          </a:stretch>
        </p:blipFill>
        <p:spPr>
          <a:xfrm>
            <a:off x="21869085" y="11484484"/>
            <a:ext cx="564096" cy="55025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1863302" y="11476148"/>
            <a:ext cx="571883" cy="76661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21876970" y="12024802"/>
            <a:ext cx="5517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RU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3532" y="11468126"/>
            <a:ext cx="571883" cy="553139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19682537" y="11468121"/>
            <a:ext cx="707245" cy="791680"/>
            <a:chOff x="4100983" y="2420425"/>
            <a:chExt cx="707245" cy="791680"/>
          </a:xfrm>
        </p:grpSpPr>
        <p:sp>
          <p:nvSpPr>
            <p:cNvPr id="15" name="Rectangle 14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00983" y="2965884"/>
              <a:ext cx="7072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WiFi6 AP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r="9405"/>
          <a:stretch>
            <a:fillRect/>
          </a:stretch>
        </p:blipFill>
        <p:spPr>
          <a:xfrm>
            <a:off x="20850027" y="11468126"/>
            <a:ext cx="565197" cy="553139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20837851" y="11468120"/>
            <a:ext cx="599844" cy="793840"/>
            <a:chOff x="4156495" y="2420425"/>
            <a:chExt cx="599845" cy="793840"/>
          </a:xfrm>
        </p:grpSpPr>
        <p:sp>
          <p:nvSpPr>
            <p:cNvPr id="19" name="Rectangle 18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56495" y="2968044"/>
              <a:ext cx="5998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LiFi</a:t>
              </a:r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9562919" y="11035978"/>
            <a:ext cx="1007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73600" y="11034250"/>
            <a:ext cx="963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pic>
        <p:nvPicPr>
          <p:cNvPr id="23" name="Picture 22" descr="Shape&#10;&#10;Description automatically generated with low confidenc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359" y="8478045"/>
            <a:ext cx="629916" cy="6299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306122" y="11068123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CU+DU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97972" y="10493417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ore</a:t>
            </a:r>
            <a:endParaRPr lang="en-GB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4" r="7025"/>
          <a:stretch>
            <a:fillRect/>
          </a:stretch>
        </p:blipFill>
        <p:spPr>
          <a:xfrm>
            <a:off x="21911621" y="10107353"/>
            <a:ext cx="481394" cy="573015"/>
          </a:xfrm>
          <a:prstGeom prst="rect">
            <a:avLst/>
          </a:prstGeom>
        </p:spPr>
      </p:pic>
      <p:pic>
        <p:nvPicPr>
          <p:cNvPr id="27" name="Picture 26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4" b="7443"/>
          <a:stretch>
            <a:fillRect/>
          </a:stretch>
        </p:blipFill>
        <p:spPr>
          <a:xfrm>
            <a:off x="21896412" y="10837821"/>
            <a:ext cx="511812" cy="4292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534228" y="10545751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Edge Cluster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42144" y="13634964"/>
            <a:ext cx="1112358" cy="183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Multi-Access CPE 4</a:t>
            </a:r>
          </a:p>
        </p:txBody>
      </p:sp>
      <p:pic>
        <p:nvPicPr>
          <p:cNvPr id="31" name="Picture 30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5" r="10626" b="78667"/>
          <a:stretch>
            <a:fillRect/>
          </a:stretch>
        </p:blipFill>
        <p:spPr>
          <a:xfrm>
            <a:off x="19648921" y="10833581"/>
            <a:ext cx="752701" cy="201631"/>
          </a:xfrm>
          <a:prstGeom prst="rect">
            <a:avLst/>
          </a:prstGeom>
        </p:spPr>
      </p:pic>
      <p:pic>
        <p:nvPicPr>
          <p:cNvPr id="32" name="Picture 31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1" r="10674" b="78667"/>
          <a:stretch>
            <a:fillRect/>
          </a:stretch>
        </p:blipFill>
        <p:spPr>
          <a:xfrm>
            <a:off x="20754105" y="10833317"/>
            <a:ext cx="753416" cy="201631"/>
          </a:xfrm>
          <a:prstGeom prst="rect">
            <a:avLst/>
          </a:prstGeom>
        </p:spPr>
      </p:pic>
      <p:cxnSp>
        <p:nvCxnSpPr>
          <p:cNvPr id="33" name="Straight Connector 32"/>
          <p:cNvCxnSpPr>
            <a:stCxn id="27" idx="2"/>
            <a:endCxn id="10" idx="0"/>
          </p:cNvCxnSpPr>
          <p:nvPr/>
        </p:nvCxnSpPr>
        <p:spPr>
          <a:xfrm flipH="1">
            <a:off x="22151137" y="11267090"/>
            <a:ext cx="1185" cy="217394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6" idx="2"/>
            <a:endCxn id="27" idx="0"/>
          </p:cNvCxnSpPr>
          <p:nvPr/>
        </p:nvCxnSpPr>
        <p:spPr>
          <a:xfrm>
            <a:off x="22152318" y="10680364"/>
            <a:ext cx="0" cy="157458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Shape&#10;&#10;Description automatically generated with low confidenc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1622" y="9809896"/>
            <a:ext cx="368367" cy="368367"/>
          </a:xfrm>
          <a:prstGeom prst="rect">
            <a:avLst/>
          </a:prstGeom>
        </p:spPr>
      </p:pic>
      <p:cxnSp>
        <p:nvCxnSpPr>
          <p:cNvPr id="36" name="Connector: Elbow 35"/>
          <p:cNvCxnSpPr>
            <a:stCxn id="31" idx="3"/>
            <a:endCxn id="35" idx="2"/>
          </p:cNvCxnSpPr>
          <p:nvPr/>
        </p:nvCxnSpPr>
        <p:spPr>
          <a:xfrm flipV="1">
            <a:off x="20401617" y="10178258"/>
            <a:ext cx="184184" cy="756134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/>
          <p:cNvCxnSpPr>
            <a:stCxn id="32" idx="1"/>
            <a:endCxn id="35" idx="2"/>
          </p:cNvCxnSpPr>
          <p:nvPr/>
        </p:nvCxnSpPr>
        <p:spPr>
          <a:xfrm rot="10800000">
            <a:off x="20585801" y="10178258"/>
            <a:ext cx="168304" cy="75587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/>
          <p:cNvCxnSpPr>
            <a:stCxn id="26" idx="1"/>
            <a:endCxn id="35" idx="2"/>
          </p:cNvCxnSpPr>
          <p:nvPr/>
        </p:nvCxnSpPr>
        <p:spPr>
          <a:xfrm rot="10800000">
            <a:off x="20585801" y="10178258"/>
            <a:ext cx="1325820" cy="215598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/>
          <p:cNvCxnSpPr>
            <a:endCxn id="31" idx="1"/>
          </p:cNvCxnSpPr>
          <p:nvPr/>
        </p:nvCxnSpPr>
        <p:spPr>
          <a:xfrm rot="10800000">
            <a:off x="19648922" y="10934398"/>
            <a:ext cx="94611" cy="917039"/>
          </a:xfrm>
          <a:prstGeom prst="bentConnector3">
            <a:avLst>
              <a:gd name="adj1" fmla="val 341621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/>
          <p:cNvCxnSpPr>
            <a:endCxn id="32" idx="3"/>
          </p:cNvCxnSpPr>
          <p:nvPr/>
        </p:nvCxnSpPr>
        <p:spPr>
          <a:xfrm flipV="1">
            <a:off x="21415224" y="10934129"/>
            <a:ext cx="92301" cy="917302"/>
          </a:xfrm>
          <a:prstGeom prst="bentConnector3">
            <a:avLst>
              <a:gd name="adj1" fmla="val 347668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/>
          <p:cNvCxnSpPr>
            <a:stCxn id="35" idx="0"/>
          </p:cNvCxnSpPr>
          <p:nvPr/>
        </p:nvCxnSpPr>
        <p:spPr>
          <a:xfrm rot="16200000" flipV="1">
            <a:off x="19895378" y="9119467"/>
            <a:ext cx="600238" cy="78061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/>
          <p:cNvCxnSpPr>
            <a:stCxn id="35" idx="0"/>
          </p:cNvCxnSpPr>
          <p:nvPr/>
        </p:nvCxnSpPr>
        <p:spPr>
          <a:xfrm rot="5400000" flipH="1" flipV="1">
            <a:off x="21268161" y="8527302"/>
            <a:ext cx="600239" cy="1964951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975433" y="9018929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Datacentre</a:t>
            </a:r>
          </a:p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with GPU</a:t>
            </a:r>
          </a:p>
        </p:txBody>
      </p:sp>
      <p:pic>
        <p:nvPicPr>
          <p:cNvPr id="44" name="Picture 43" descr="Shape&#10;&#10;Description automatically generated with low confidenc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8037">
            <a:off x="19981535" y="12264699"/>
            <a:ext cx="120990" cy="120990"/>
          </a:xfrm>
          <a:prstGeom prst="rect">
            <a:avLst/>
          </a:prstGeom>
        </p:spPr>
      </p:pic>
      <p:pic>
        <p:nvPicPr>
          <p:cNvPr id="45" name="Picture 44" descr="Icon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8262" y="12253945"/>
            <a:ext cx="164594" cy="16459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0690652" y="9959406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</a:p>
        </p:txBody>
      </p:sp>
      <p:pic>
        <p:nvPicPr>
          <p:cNvPr id="48" name="Picture 47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599" y="8698209"/>
            <a:ext cx="246222" cy="246222"/>
          </a:xfrm>
          <a:prstGeom prst="rect">
            <a:avLst/>
          </a:prstGeom>
        </p:spPr>
      </p:pic>
      <p:pic>
        <p:nvPicPr>
          <p:cNvPr id="49" name="Picture 48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436" y="8698209"/>
            <a:ext cx="246222" cy="246222"/>
          </a:xfrm>
          <a:prstGeom prst="rect">
            <a:avLst/>
          </a:prstGeom>
        </p:spPr>
      </p:pic>
      <p:pic>
        <p:nvPicPr>
          <p:cNvPr id="50" name="Picture 49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3273" y="8698209"/>
            <a:ext cx="246222" cy="246222"/>
          </a:xfrm>
          <a:prstGeom prst="rect">
            <a:avLst/>
          </a:prstGeom>
        </p:spPr>
      </p:pic>
      <p:pic>
        <p:nvPicPr>
          <p:cNvPr id="51" name="Picture 50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599" y="9348144"/>
            <a:ext cx="246222" cy="246222"/>
          </a:xfrm>
          <a:prstGeom prst="rect">
            <a:avLst/>
          </a:prstGeom>
        </p:spPr>
      </p:pic>
      <p:pic>
        <p:nvPicPr>
          <p:cNvPr id="52" name="Picture 51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436" y="9348144"/>
            <a:ext cx="246222" cy="246222"/>
          </a:xfrm>
          <a:prstGeom prst="rect">
            <a:avLst/>
          </a:prstGeom>
        </p:spPr>
      </p:pic>
      <p:pic>
        <p:nvPicPr>
          <p:cNvPr id="53" name="Picture 52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3273" y="9348144"/>
            <a:ext cx="246222" cy="24622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1615196" y="848276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95987" y="8481839"/>
            <a:ext cx="3946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360825" y="8482765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542788" y="9583939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62157" y="9583939"/>
            <a:ext cx="4587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390647" y="9583939"/>
            <a:ext cx="3465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</p:txBody>
      </p:sp>
      <p:cxnSp>
        <p:nvCxnSpPr>
          <p:cNvPr id="60" name="Straight Connector 59"/>
          <p:cNvCxnSpPr>
            <a:stCxn id="48" idx="2"/>
            <a:endCxn id="51" idx="0"/>
          </p:cNvCxnSpPr>
          <p:nvPr/>
        </p:nvCxnSpPr>
        <p:spPr>
          <a:xfrm>
            <a:off x="21826710" y="8944436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49" idx="2"/>
            <a:endCxn id="52" idx="0"/>
          </p:cNvCxnSpPr>
          <p:nvPr/>
        </p:nvCxnSpPr>
        <p:spPr>
          <a:xfrm>
            <a:off x="22191547" y="8944436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0" idx="2"/>
            <a:endCxn id="53" idx="0"/>
          </p:cNvCxnSpPr>
          <p:nvPr/>
        </p:nvCxnSpPr>
        <p:spPr>
          <a:xfrm>
            <a:off x="22556384" y="8944436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/>
          <p:cNvSpPr/>
          <p:nvPr/>
        </p:nvSpPr>
        <p:spPr>
          <a:xfrm>
            <a:off x="21532812" y="8481838"/>
            <a:ext cx="1268909" cy="1328032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/>
          <p:cNvSpPr txBox="1"/>
          <p:nvPr/>
        </p:nvSpPr>
        <p:spPr>
          <a:xfrm>
            <a:off x="21390039" y="9772333"/>
            <a:ext cx="1527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Network Management</a:t>
            </a:r>
          </a:p>
        </p:txBody>
      </p:sp>
      <p:pic>
        <p:nvPicPr>
          <p:cNvPr id="65" name="Picture 64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1035262" y="12234743"/>
            <a:ext cx="188771" cy="188771"/>
          </a:xfrm>
          <a:prstGeom prst="rect">
            <a:avLst/>
          </a:prstGeom>
        </p:spPr>
      </p:pic>
      <p:pic>
        <p:nvPicPr>
          <p:cNvPr id="66" name="Picture 65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342144" y="12639564"/>
            <a:ext cx="302538" cy="262987"/>
          </a:xfrm>
          <a:prstGeom prst="rect">
            <a:avLst/>
          </a:prstGeom>
        </p:spPr>
      </p:pic>
      <p:pic>
        <p:nvPicPr>
          <p:cNvPr id="67" name="Picture 66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57766" y="12639563"/>
            <a:ext cx="302538" cy="262987"/>
          </a:xfrm>
          <a:prstGeom prst="rect">
            <a:avLst/>
          </a:prstGeom>
        </p:spPr>
      </p:pic>
      <p:pic>
        <p:nvPicPr>
          <p:cNvPr id="68" name="Picture 67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979186" y="12640975"/>
            <a:ext cx="302538" cy="262987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15"/>
          <a:srcRect t="-19376" b="30145"/>
          <a:stretch>
            <a:fillRect/>
          </a:stretch>
        </p:blipFill>
        <p:spPr>
          <a:xfrm>
            <a:off x="21390086" y="12618331"/>
            <a:ext cx="878254" cy="1013682"/>
          </a:xfrm>
          <a:prstGeom prst="rect">
            <a:avLst/>
          </a:prstGeom>
        </p:spPr>
      </p:pic>
      <p:cxnSp>
        <p:nvCxnSpPr>
          <p:cNvPr id="70" name="Connector: Curved 69"/>
          <p:cNvCxnSpPr/>
          <p:nvPr/>
        </p:nvCxnSpPr>
        <p:spPr>
          <a:xfrm>
            <a:off x="20141124" y="12333816"/>
            <a:ext cx="1263995" cy="322463"/>
          </a:xfrm>
          <a:prstGeom prst="curvedConnector3">
            <a:avLst>
              <a:gd name="adj1" fmla="val 492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/>
          <p:cNvCxnSpPr>
            <a:stCxn id="65" idx="1"/>
            <a:endCxn id="69" idx="0"/>
          </p:cNvCxnSpPr>
          <p:nvPr/>
        </p:nvCxnSpPr>
        <p:spPr>
          <a:xfrm>
            <a:off x="21224033" y="12329123"/>
            <a:ext cx="605183" cy="289208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/>
          <p:cNvCxnSpPr>
            <a:stCxn id="45" idx="2"/>
          </p:cNvCxnSpPr>
          <p:nvPr/>
        </p:nvCxnSpPr>
        <p:spPr>
          <a:xfrm rot="5400000">
            <a:off x="22019311" y="12508198"/>
            <a:ext cx="210902" cy="31595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2080" y="8728349"/>
            <a:ext cx="246222" cy="246222"/>
          </a:xfrm>
          <a:prstGeom prst="rect">
            <a:avLst/>
          </a:prstGeom>
        </p:spPr>
      </p:pic>
      <p:pic>
        <p:nvPicPr>
          <p:cNvPr id="74" name="Picture 73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2080" y="9378284"/>
            <a:ext cx="246222" cy="246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9604552" y="8449604"/>
            <a:ext cx="522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MPTCP</a:t>
            </a:r>
          </a:p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597464" y="9614079"/>
            <a:ext cx="4299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VNFs</a:t>
            </a:r>
          </a:p>
        </p:txBody>
      </p:sp>
      <p:cxnSp>
        <p:nvCxnSpPr>
          <p:cNvPr id="77" name="Straight Connector 76"/>
          <p:cNvCxnSpPr>
            <a:stCxn id="73" idx="2"/>
            <a:endCxn id="74" idx="0"/>
          </p:cNvCxnSpPr>
          <p:nvPr/>
        </p:nvCxnSpPr>
        <p:spPr>
          <a:xfrm>
            <a:off x="19805191" y="8974576"/>
            <a:ext cx="0" cy="40371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/>
          <p:cNvSpPr/>
          <p:nvPr/>
        </p:nvSpPr>
        <p:spPr>
          <a:xfrm>
            <a:off x="19012897" y="8482887"/>
            <a:ext cx="1205636" cy="1328032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/>
          <p:cNvSpPr/>
          <p:nvPr/>
        </p:nvSpPr>
        <p:spPr>
          <a:xfrm>
            <a:off x="21829787" y="12868424"/>
            <a:ext cx="313379" cy="101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"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1785970" y="12829954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/>
              <a:t>MPTCP</a:t>
            </a:r>
          </a:p>
        </p:txBody>
      </p:sp>
      <p:pic>
        <p:nvPicPr>
          <p:cNvPr id="81" name="Picture 80" descr="A diagram of a circui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5034" y="8377594"/>
            <a:ext cx="9320178" cy="3814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382780" y="12829236"/>
            <a:ext cx="892864" cy="98955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TextBox 87"/>
          <p:cNvSpPr txBox="1"/>
          <p:nvPr/>
        </p:nvSpPr>
        <p:spPr>
          <a:xfrm>
            <a:off x="19899503" y="13648307"/>
            <a:ext cx="1112358" cy="183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Multi-Access CPE 1</a:t>
            </a:r>
          </a:p>
        </p:txBody>
      </p:sp>
      <p:pic>
        <p:nvPicPr>
          <p:cNvPr id="89" name="Picture 88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99503" y="12652908"/>
            <a:ext cx="302538" cy="262987"/>
          </a:xfrm>
          <a:prstGeom prst="rect">
            <a:avLst/>
          </a:prstGeom>
        </p:spPr>
      </p:pic>
      <p:pic>
        <p:nvPicPr>
          <p:cNvPr id="90" name="Picture 89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5124" y="12652906"/>
            <a:ext cx="302538" cy="262987"/>
          </a:xfrm>
          <a:prstGeom prst="rect">
            <a:avLst/>
          </a:prstGeom>
        </p:spPr>
      </p:pic>
      <p:pic>
        <p:nvPicPr>
          <p:cNvPr id="91" name="Picture 90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536544" y="12654318"/>
            <a:ext cx="302538" cy="262987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 rotWithShape="1">
          <a:blip r:embed="rId15"/>
          <a:srcRect t="-19376" b="30145"/>
          <a:stretch>
            <a:fillRect/>
          </a:stretch>
        </p:blipFill>
        <p:spPr>
          <a:xfrm>
            <a:off x="19947445" y="12631674"/>
            <a:ext cx="878254" cy="1013682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20387146" y="12881767"/>
            <a:ext cx="313379" cy="1019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">
              <a:solidFill>
                <a:schemeClr val="tx1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0343329" y="12843297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/>
              <a:t>MPTCP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940139" y="12842579"/>
            <a:ext cx="892864" cy="98955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0" name="Connector: Curved 99"/>
          <p:cNvCxnSpPr/>
          <p:nvPr/>
        </p:nvCxnSpPr>
        <p:spPr>
          <a:xfrm rot="16200000" flipV="1">
            <a:off x="19912358" y="12468653"/>
            <a:ext cx="249892" cy="58227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Curved 103"/>
          <p:cNvCxnSpPr>
            <a:stCxn id="92" idx="0"/>
            <a:endCxn id="65" idx="3"/>
          </p:cNvCxnSpPr>
          <p:nvPr/>
        </p:nvCxnSpPr>
        <p:spPr>
          <a:xfrm rot="5400000" flipH="1" flipV="1">
            <a:off x="20559644" y="12156061"/>
            <a:ext cx="302551" cy="64868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/>
          <p:cNvCxnSpPr>
            <a:endCxn id="45" idx="1"/>
          </p:cNvCxnSpPr>
          <p:nvPr/>
        </p:nvCxnSpPr>
        <p:spPr>
          <a:xfrm flipV="1">
            <a:off x="20752419" y="12336247"/>
            <a:ext cx="1305847" cy="335035"/>
          </a:xfrm>
          <a:prstGeom prst="curvedConnector3">
            <a:avLst>
              <a:gd name="adj1" fmla="val 529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20831386" y="13247862"/>
            <a:ext cx="552620" cy="2197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2407" y="12240489"/>
            <a:ext cx="9360159" cy="22624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149046" y="8389800"/>
            <a:ext cx="63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6927" y="13880680"/>
            <a:ext cx="63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340450" y="13952547"/>
            <a:ext cx="63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2"/>
          <a:srcRect t="33051" b="33051"/>
          <a:stretch>
            <a:fillRect/>
          </a:stretch>
        </p:blipFill>
        <p:spPr>
          <a:xfrm>
            <a:off x="9021211" y="11839774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2"/>
          <a:srcRect t="33051" b="33051"/>
          <a:stretch>
            <a:fillRect/>
          </a:stretch>
        </p:blipFill>
        <p:spPr>
          <a:xfrm>
            <a:off x="23357274" y="11839774"/>
            <a:ext cx="2152982" cy="730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11130372" y="12908009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1194516" y="12570137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8050785" y="7442361"/>
            <a:ext cx="4888348" cy="254737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70" name="Text Box 69"/>
          <p:cNvSpPr txBox="1"/>
          <p:nvPr/>
        </p:nvSpPr>
        <p:spPr>
          <a:xfrm>
            <a:off x="9024392" y="7438547"/>
            <a:ext cx="255722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989547" y="7785561"/>
            <a:ext cx="645135" cy="617595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9786248" y="7777154"/>
            <a:ext cx="679813" cy="626003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8202606" y="7779369"/>
            <a:ext cx="649985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BEBA8EAE-BF5A-486C-A8C5-ECC9F3942E4B}">
                  <a14:imgProps xmlns:a14="http://schemas.microsoft.com/office/drawing/2010/main">
                    <a14:imgLayer r:embed="rId51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2"/>
            </p:custDataLst>
          </p:nvPr>
        </p:nvSpPr>
        <p:spPr>
          <a:xfrm>
            <a:off x="8595173" y="8478638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8419954" y="8517124"/>
            <a:ext cx="932689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77539" y="10419694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4737729" y="7829132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8115065" y="7812512"/>
            <a:ext cx="1538127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25717" y="8524567"/>
            <a:ext cx="5123969" cy="2064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4569148" y="8476312"/>
            <a:ext cx="3423511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077783" y="8121910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5892129" y="8091388"/>
            <a:ext cx="192873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4926238" y="8121992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4843765" y="8170881"/>
            <a:ext cx="130424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7657911" y="8121910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5173403" y="9093611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8829765" y="8121808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3282720" y="782913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452" y="834556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3417762" y="7837768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955" y="8351830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Up-Down Arrow 128"/>
          <p:cNvSpPr/>
          <p:nvPr/>
        </p:nvSpPr>
        <p:spPr>
          <a:xfrm>
            <a:off x="13816201" y="9812540"/>
            <a:ext cx="212123" cy="621126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0" name="TextBox 61"/>
          <p:cNvSpPr txBox="1"/>
          <p:nvPr/>
        </p:nvSpPr>
        <p:spPr>
          <a:xfrm>
            <a:off x="14306500" y="9641699"/>
            <a:ext cx="1024413" cy="6109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3282722" y="9013590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5628133" y="9105679"/>
            <a:ext cx="304084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3816202" y="8766534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4370207" y="10438874"/>
            <a:ext cx="3175" cy="12447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7172335" y="10438876"/>
            <a:ext cx="6986" cy="12809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066592" y="10410935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5331295" y="7812575"/>
            <a:ext cx="1713899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18106843" y="8507518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18865864" y="8505514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8446483" y="8926801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628" y="9281965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7"/>
          <a:srcRect l="21175" t="18134" r="21183" b="18638"/>
          <a:stretch>
            <a:fillRect/>
          </a:stretch>
        </p:blipFill>
        <p:spPr>
          <a:xfrm flipH="1">
            <a:off x="9484929" y="9195116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8"/>
            </p:custDataLst>
          </p:nvPr>
        </p:nvSpPr>
        <p:spPr>
          <a:xfrm>
            <a:off x="8237853" y="8869319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4" name="Up-Down Arrow 203"/>
          <p:cNvSpPr/>
          <p:nvPr>
            <p:custDataLst>
              <p:tags r:id="rId9"/>
            </p:custDataLst>
          </p:nvPr>
        </p:nvSpPr>
        <p:spPr>
          <a:xfrm rot="5400000">
            <a:off x="11366699" y="7921184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11694404" y="8981648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11694405" y="9327788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2364947" y="8949251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2"/>
            </p:custDataLst>
          </p:nvPr>
        </p:nvSpPr>
        <p:spPr>
          <a:xfrm>
            <a:off x="11670267" y="8868777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11694402" y="957197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8352448" y="9546698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812580" y="8713385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458" y="9152415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5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246442" y="9077735"/>
            <a:ext cx="395031" cy="410908"/>
          </a:xfrm>
          <a:prstGeom prst="rect">
            <a:avLst/>
          </a:prstGeom>
        </p:spPr>
      </p:pic>
      <p:sp>
        <p:nvSpPr>
          <p:cNvPr id="245" name="Up Arrow 244"/>
          <p:cNvSpPr/>
          <p:nvPr>
            <p:custDataLst>
              <p:tags r:id="rId14"/>
            </p:custDataLst>
          </p:nvPr>
        </p:nvSpPr>
        <p:spPr>
          <a:xfrm rot="2318099" flipV="1">
            <a:off x="10045775" y="8466908"/>
            <a:ext cx="188464" cy="474105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4930472" y="8893243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5026" y="9248407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7"/>
          <a:srcRect l="21175" t="18134" r="21183" b="18638"/>
          <a:stretch>
            <a:fillRect/>
          </a:stretch>
        </p:blipFill>
        <p:spPr>
          <a:xfrm flipH="1">
            <a:off x="25900327" y="916156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8"/>
            </p:custDataLst>
          </p:nvPr>
        </p:nvSpPr>
        <p:spPr>
          <a:xfrm>
            <a:off x="24653253" y="883576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4"/>
          <a:srcRect l="6136" t="12740" r="7307" b="48688"/>
          <a:stretch>
            <a:fillRect/>
          </a:stretch>
        </p:blipFill>
        <p:spPr>
          <a:xfrm>
            <a:off x="21766679" y="8952794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4"/>
          <a:srcRect l="6136" t="57393" r="7307" b="19059"/>
          <a:stretch>
            <a:fillRect/>
          </a:stretch>
        </p:blipFill>
        <p:spPr>
          <a:xfrm>
            <a:off x="21766680" y="9298934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22437222" y="8920397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21"/>
            </p:custDataLst>
          </p:nvPr>
        </p:nvSpPr>
        <p:spPr>
          <a:xfrm>
            <a:off x="21742542" y="8839925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21759007" y="9510878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24767847" y="9484107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8756628" y="8091426"/>
            <a:ext cx="140674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7659816" y="8088885"/>
            <a:ext cx="1206051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0291662" y="7829132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20426701" y="7797757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0485362" y="8284498"/>
            <a:ext cx="612234" cy="446474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2"/>
            </p:custDataLst>
          </p:nvPr>
        </p:nvPicPr>
        <p:blipFill rotWithShape="1">
          <a:blip r:embed="rI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3418082" y="9144015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 rotWithShape="1">
          <a:blip r:embed="rI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153930" y="9159257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3199523" y="7449978"/>
            <a:ext cx="8178789" cy="2246976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5724033" y="7449979"/>
            <a:ext cx="346509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9323135" y="8775426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7294633" y="8782412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5412203" y="8790668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8" name="Up-Down Arrow 317"/>
          <p:cNvSpPr/>
          <p:nvPr/>
        </p:nvSpPr>
        <p:spPr>
          <a:xfrm>
            <a:off x="20426935" y="9769989"/>
            <a:ext cx="212123" cy="621126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81609" y="12052214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1170" y="12052214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48074" y="12052214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6811" y="12052214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2695" y="12052214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581609" y="12642220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991170" y="12665084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548074" y="12665084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416811" y="12665084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2302695" y="12677786"/>
            <a:ext cx="773549" cy="773549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12580299" y="11888042"/>
            <a:ext cx="820546" cy="1528045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5098462" y="11910271"/>
            <a:ext cx="820546" cy="1528045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7962753" y="11888677"/>
            <a:ext cx="820546" cy="1528045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20945807" y="11910271"/>
            <a:ext cx="820546" cy="1528045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12070318" y="10547351"/>
            <a:ext cx="1281627" cy="969159"/>
            <a:chOff x="8018" y="8504"/>
            <a:chExt cx="2018" cy="1526"/>
          </a:xfrm>
        </p:grpSpPr>
        <p:pic>
          <p:nvPicPr>
            <p:cNvPr id="97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6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7" name="Rounded Rectangle 466"/>
            <p:cNvSpPr/>
            <p:nvPr>
              <p:custDataLst>
                <p:tags r:id="rId40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69" name="Group 468"/>
          <p:cNvGrpSpPr/>
          <p:nvPr/>
        </p:nvGrpSpPr>
        <p:grpSpPr>
          <a:xfrm>
            <a:off x="14953027" y="10547986"/>
            <a:ext cx="1281627" cy="969159"/>
            <a:chOff x="8018" y="8504"/>
            <a:chExt cx="2018" cy="1526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38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grpSp>
        <p:nvGrpSpPr>
          <p:cNvPr id="473" name="Group 472"/>
          <p:cNvGrpSpPr/>
          <p:nvPr/>
        </p:nvGrpSpPr>
        <p:grpSpPr>
          <a:xfrm>
            <a:off x="17676326" y="10547351"/>
            <a:ext cx="1281627" cy="969159"/>
            <a:chOff x="8018" y="8504"/>
            <a:chExt cx="2018" cy="1526"/>
          </a:xfrm>
        </p:grpSpPr>
        <p:pic>
          <p:nvPicPr>
            <p:cNvPr id="474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5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5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" name="Rounded Rectangle 475"/>
            <p:cNvSpPr/>
            <p:nvPr>
              <p:custDataLst>
                <p:tags r:id="rId36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3524695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21921323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9304085" y="10547349"/>
            <a:ext cx="530307" cy="534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20372951" y="10547986"/>
            <a:ext cx="1281627" cy="969159"/>
            <a:chOff x="8018" y="8504"/>
            <a:chExt cx="2018" cy="1526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3"/>
              </p:custDataLst>
            </p:nvPr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3" name="Rounded Rectangle 482"/>
            <p:cNvSpPr/>
            <p:nvPr>
              <p:custDataLst>
                <p:tags r:id="rId34"/>
              </p:custDataLst>
            </p:nvPr>
          </p:nvSpPr>
          <p:spPr>
            <a:xfrm>
              <a:off x="8178" y="9564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8">
            <a:biLevel thresh="75000"/>
          </a:blip>
          <a:srcRect l="31745" t="20627" r="32042" b="24564"/>
          <a:stretch>
            <a:fillRect/>
          </a:stretch>
        </p:blipFill>
        <p:spPr>
          <a:xfrm>
            <a:off x="16428997" y="10547984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3300466" y="1121800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6174919" y="1121800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8957917" y="1121800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21635490" y="1121800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9" name="Up Arrow 488"/>
          <p:cNvSpPr/>
          <p:nvPr/>
        </p:nvSpPr>
        <p:spPr>
          <a:xfrm>
            <a:off x="12516159" y="11560334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9"/>
          <p:cNvSpPr/>
          <p:nvPr/>
        </p:nvSpPr>
        <p:spPr>
          <a:xfrm>
            <a:off x="15762778" y="1158256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8627070" y="1158129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0860709" y="11582563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8258075" y="9829055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5468092" y="9817623"/>
            <a:ext cx="303195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495" name="TextBox 61"/>
          <p:cNvSpPr txBox="1"/>
          <p:nvPr/>
        </p:nvSpPr>
        <p:spPr>
          <a:xfrm>
            <a:off x="19525734" y="9630268"/>
            <a:ext cx="1024413" cy="6109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en-GB" b="1">
                <a:solidFill>
                  <a:prstClr val="black"/>
                </a:solidFill>
                <a:latin typeface="Calibri" panose="020F0502020204030204"/>
              </a:rPr>
              <a:t>......</a:t>
            </a:r>
          </a:p>
        </p:txBody>
      </p:sp>
      <p:sp>
        <p:nvSpPr>
          <p:cNvPr id="502" name="Rounded Rectangle 501"/>
          <p:cNvSpPr/>
          <p:nvPr>
            <p:custDataLst>
              <p:tags r:id="rId24"/>
            </p:custDataLst>
          </p:nvPr>
        </p:nvSpPr>
        <p:spPr>
          <a:xfrm>
            <a:off x="8050787" y="11806114"/>
            <a:ext cx="18431173" cy="196816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5788813" y="13415453"/>
            <a:ext cx="346509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9080276" y="13388779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3266457" y="13379252"/>
            <a:ext cx="253658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2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0121283" y="886602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10166285" y="8874658"/>
            <a:ext cx="134197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517" y="9388719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11670265" y="7611436"/>
            <a:ext cx="110903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11872916" y="8066802"/>
            <a:ext cx="612234" cy="446474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11732495" y="7613900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119" y="909815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5"/>
            </p:custDataLst>
          </p:nvPr>
        </p:nvSpPr>
        <p:spPr>
          <a:xfrm flipV="1">
            <a:off x="9662158" y="8475997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6"/>
            </p:custDataLst>
          </p:nvPr>
        </p:nvSpPr>
        <p:spPr>
          <a:xfrm flipV="1">
            <a:off x="8372354" y="8476093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0586731" y="7777153"/>
            <a:ext cx="700317" cy="606419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9939213" y="9191830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7"/>
            </p:custDataLst>
          </p:nvPr>
        </p:nvSpPr>
        <p:spPr>
          <a:xfrm>
            <a:off x="21593610" y="7438550"/>
            <a:ext cx="4888348" cy="254737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23532564" y="7446168"/>
            <a:ext cx="25410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8"/>
            </p:custDataLst>
          </p:nvPr>
        </p:nvSpPr>
        <p:spPr>
          <a:xfrm>
            <a:off x="24990766" y="8485826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9"/>
            </p:custDataLst>
          </p:nvPr>
        </p:nvSpPr>
        <p:spPr>
          <a:xfrm flipV="1">
            <a:off x="26023435" y="8482648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3110556" y="883991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23151358" y="8839658"/>
            <a:ext cx="136481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7505" y="9353718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30"/>
            </p:custDataLst>
          </p:nvPr>
        </p:nvSpPr>
        <p:spPr>
          <a:xfrm flipV="1">
            <a:off x="24790075" y="846867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Up Arrow 56"/>
          <p:cNvSpPr/>
          <p:nvPr>
            <p:custDataLst>
              <p:tags r:id="rId31"/>
            </p:custDataLst>
          </p:nvPr>
        </p:nvSpPr>
        <p:spPr>
          <a:xfrm rot="18951716" flipH="1" flipV="1">
            <a:off x="24363925" y="8452147"/>
            <a:ext cx="163220" cy="486497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21742540" y="7636752"/>
            <a:ext cx="110925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1969510" y="8092118"/>
            <a:ext cx="612234" cy="446474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21877190" y="7623158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9557869" y="10163116"/>
            <a:ext cx="1230820" cy="1498831"/>
            <a:chOff x="3715" y="7500"/>
            <a:chExt cx="1938" cy="2360"/>
          </a:xfrm>
        </p:grpSpPr>
        <p:cxnSp>
          <p:nvCxnSpPr>
            <p:cNvPr id="321" name="Straight Arrow Connector 320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334" name="Content Placeholder 72" descr="fc-apc"/>
            <p:cNvPicPr>
              <a:picLocks noChangeAspect="1"/>
            </p:cNvPicPr>
            <p:nvPr/>
          </p:nvPicPr>
          <p:blipFill>
            <a:blip r:embed="rId6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71" name="Straight Arrow Connector 70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88" name="Picture 2" descr="7 Series DPO oscilloscope with two jitter measurements displayed at the same time"/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0" b="8562"/>
          <a:stretch>
            <a:fillRect/>
          </a:stretch>
        </p:blipFill>
        <p:spPr bwMode="auto">
          <a:xfrm>
            <a:off x="9306373" y="12546637"/>
            <a:ext cx="1524235" cy="86881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/>
        </p:spPr>
      </p:pic>
      <p:pic>
        <p:nvPicPr>
          <p:cNvPr id="74" name="Picture 2" descr="7 Series DPO oscilloscope with two jitter measurements displayed at the same time"/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0" b="8562"/>
          <a:stretch>
            <a:fillRect/>
          </a:stretch>
        </p:blipFill>
        <p:spPr bwMode="auto">
          <a:xfrm>
            <a:off x="23726903" y="12519963"/>
            <a:ext cx="1524235" cy="86881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/>
        </p:spPr>
      </p:pic>
      <p:sp>
        <p:nvSpPr>
          <p:cNvPr id="75" name="TextBox 58"/>
          <p:cNvSpPr txBox="1"/>
          <p:nvPr/>
        </p:nvSpPr>
        <p:spPr>
          <a:xfrm>
            <a:off x="8279383" y="12053159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Tx/Rx</a:t>
            </a:r>
          </a:p>
        </p:txBody>
      </p:sp>
      <p:sp>
        <p:nvSpPr>
          <p:cNvPr id="76" name="TextBox 58"/>
          <p:cNvSpPr txBox="1"/>
          <p:nvPr/>
        </p:nvSpPr>
        <p:spPr>
          <a:xfrm>
            <a:off x="25630255" y="12161760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Tx/Rx</a:t>
            </a:r>
          </a:p>
        </p:txBody>
      </p:sp>
      <p:sp>
        <p:nvSpPr>
          <p:cNvPr id="77" name="TextBox 58"/>
          <p:cNvSpPr txBox="1"/>
          <p:nvPr/>
        </p:nvSpPr>
        <p:spPr>
          <a:xfrm>
            <a:off x="8226069" y="12654608"/>
            <a:ext cx="128670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Polarization Sensing </a:t>
            </a:r>
          </a:p>
        </p:txBody>
      </p:sp>
      <p:sp>
        <p:nvSpPr>
          <p:cNvPr id="78" name="TextBox 58"/>
          <p:cNvSpPr txBox="1"/>
          <p:nvPr/>
        </p:nvSpPr>
        <p:spPr>
          <a:xfrm>
            <a:off x="25298133" y="12641905"/>
            <a:ext cx="128670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latin typeface="Calibri" panose="020F0502020204030204"/>
              </a:rPr>
              <a:t>Polarization Sensing 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23807558" y="10184710"/>
            <a:ext cx="1230820" cy="1498831"/>
            <a:chOff x="3715" y="7500"/>
            <a:chExt cx="1938" cy="2360"/>
          </a:xfrm>
        </p:grpSpPr>
        <p:cxnSp>
          <p:nvCxnSpPr>
            <p:cNvPr id="81" name="Straight Arrow Connector 80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82" name="Content Placeholder 72" descr="fc-apc"/>
            <p:cNvPicPr>
              <a:picLocks noChangeAspect="1"/>
            </p:cNvPicPr>
            <p:nvPr/>
          </p:nvPicPr>
          <p:blipFill>
            <a:blip r:embed="rId6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83" name="Straight Arrow Connector 8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977804" y="852837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24084665" y="7785561"/>
            <a:ext cx="645135" cy="617595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24881367" y="7777154"/>
            <a:ext cx="679813" cy="626003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23297725" y="7779369"/>
            <a:ext cx="649985" cy="604009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BEBA8EAE-BF5A-486C-A8C5-ECC9F3942E4B}">
                  <a14:imgProps xmlns:a14="http://schemas.microsoft.com/office/drawing/2010/main">
                    <a14:imgLayer r:embed="rId51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25681851" y="7777153"/>
            <a:ext cx="700317" cy="606419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5106" y="907368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2031701" y="8528811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32"/>
            </p:custDataLst>
          </p:nvPr>
        </p:nvSpPr>
        <p:spPr>
          <a:xfrm rot="5400000">
            <a:off x="22977645" y="7921184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24469122" y="9099236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5"/>
          <a:srcRect t="33051" b="33051"/>
          <a:stretch>
            <a:fillRect/>
          </a:stretch>
        </p:blipFill>
        <p:spPr>
          <a:xfrm>
            <a:off x="8141628" y="13299168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5"/>
          <a:srcRect t="33051" b="33051"/>
          <a:stretch>
            <a:fillRect/>
          </a:stretch>
        </p:blipFill>
        <p:spPr>
          <a:xfrm>
            <a:off x="24330683" y="13356327"/>
            <a:ext cx="2152982" cy="730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11130372" y="13930141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1194516" y="13592269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22128713" y="8838755"/>
            <a:ext cx="255722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22673232" y="9211446"/>
            <a:ext cx="645135" cy="617595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3469933" y="9203039"/>
            <a:ext cx="679813" cy="626003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BEBA8EAE-BF5A-486C-A8C5-ECC9F3942E4B}">
                  <a14:imgProps xmlns:a14="http://schemas.microsoft.com/office/drawing/2010/main">
                    <a14:imgLayer r:embed="rId49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21886291" y="9205254"/>
            <a:ext cx="649985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22256958" y="8515935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8419954" y="8422980"/>
            <a:ext cx="932689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77539" y="10271754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4737729" y="7734989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8115065" y="7718367"/>
            <a:ext cx="1538127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25717" y="8430424"/>
            <a:ext cx="5123969" cy="2064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4569148" y="8382167"/>
            <a:ext cx="3423511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077783" y="8027768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5892129" y="7997245"/>
            <a:ext cx="192873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4926238" y="8027849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4843765" y="8076738"/>
            <a:ext cx="130424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7657911" y="8027768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5173403" y="8999467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8829765" y="8027664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3282720" y="7734989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452" y="8251419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3417762" y="7743625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955" y="8257686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3282722" y="8919446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5628133" y="9011535"/>
            <a:ext cx="304084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3816202" y="867239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4370207" y="10290934"/>
            <a:ext cx="3175" cy="12447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6876408" y="10290936"/>
            <a:ext cx="6986" cy="12809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190361" y="10262995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5331295" y="7718431"/>
            <a:ext cx="1713899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8106843" y="8413374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8865864" y="8411371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2068693" y="7532714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838" y="7887877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60"/>
          <a:srcRect l="21175" t="18134" r="21183" b="18638"/>
          <a:stretch>
            <a:fillRect/>
          </a:stretch>
        </p:blipFill>
        <p:spPr>
          <a:xfrm flipH="1">
            <a:off x="23107139" y="780103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21860065" y="747523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4" name="Up-Down Arrow 203"/>
          <p:cNvSpPr/>
          <p:nvPr>
            <p:custDataLst>
              <p:tags r:id="rId8"/>
            </p:custDataLst>
          </p:nvPr>
        </p:nvSpPr>
        <p:spPr>
          <a:xfrm rot="5400000">
            <a:off x="25048296" y="9369698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7"/>
          <a:srcRect l="6136" t="12740" r="7307" b="48688"/>
          <a:stretch>
            <a:fillRect/>
          </a:stretch>
        </p:blipFill>
        <p:spPr>
          <a:xfrm>
            <a:off x="25316614" y="7587561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7"/>
          <a:srcRect l="6136" t="57393" r="7307" b="19059"/>
          <a:stretch>
            <a:fillRect/>
          </a:stretch>
        </p:blipFill>
        <p:spPr>
          <a:xfrm>
            <a:off x="25316615" y="7933701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25987158" y="7555164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1"/>
            </p:custDataLst>
          </p:nvPr>
        </p:nvSpPr>
        <p:spPr>
          <a:xfrm>
            <a:off x="25292478" y="7474690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5316612" y="8177892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21974659" y="8152611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7342" y="8258441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458" y="9058271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246442" y="8983592"/>
            <a:ext cx="395031" cy="410908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316689" y="7514825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243" y="7869988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60"/>
          <a:srcRect l="21175" t="18134" r="21183" b="18638"/>
          <a:stretch>
            <a:fillRect/>
          </a:stretch>
        </p:blipFill>
        <p:spPr>
          <a:xfrm flipH="1">
            <a:off x="12286544" y="778314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6"/>
            </p:custDataLst>
          </p:nvPr>
        </p:nvSpPr>
        <p:spPr>
          <a:xfrm>
            <a:off x="11039470" y="745734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7"/>
          <a:srcRect l="6136" t="12740" r="7307" b="48688"/>
          <a:stretch>
            <a:fillRect/>
          </a:stretch>
        </p:blipFill>
        <p:spPr>
          <a:xfrm>
            <a:off x="8152895" y="7574375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57"/>
          <a:srcRect l="6136" t="57393" r="7307" b="19059"/>
          <a:stretch>
            <a:fillRect/>
          </a:stretch>
        </p:blipFill>
        <p:spPr>
          <a:xfrm>
            <a:off x="8152896" y="7920515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8823439" y="7541978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9"/>
            </p:custDataLst>
          </p:nvPr>
        </p:nvSpPr>
        <p:spPr>
          <a:xfrm>
            <a:off x="8128759" y="7461504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8145223" y="813245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11154064" y="8105689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8756628" y="7997283"/>
            <a:ext cx="140674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7659816" y="7994742"/>
            <a:ext cx="1206051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0345458" y="7734989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20520845" y="7797757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0539159" y="8190355"/>
            <a:ext cx="612234" cy="446474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5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3826140" y="9077309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5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030450" y="9092186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3107623" y="7367482"/>
            <a:ext cx="8369595" cy="2292782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5724033" y="7355835"/>
            <a:ext cx="346509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9323135" y="868128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7294633" y="8688268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5412203" y="8696525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81609" y="13074346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1170" y="13074346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48074" y="13074346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6811" y="13074346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2695" y="13074346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581609" y="13664352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991170" y="13687215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548074" y="13687215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416811" y="13687215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2302695" y="13699917"/>
            <a:ext cx="773549" cy="773549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12580299" y="12910173"/>
            <a:ext cx="820546" cy="1528045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5098462" y="12932402"/>
            <a:ext cx="820546" cy="1528045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7962753" y="12910809"/>
            <a:ext cx="820546" cy="1528045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20945807" y="12932402"/>
            <a:ext cx="820546" cy="1528045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12028964" y="10725211"/>
            <a:ext cx="3646597" cy="1869206"/>
            <a:chOff x="8005" y="8238"/>
            <a:chExt cx="4782" cy="2775"/>
          </a:xfrm>
        </p:grpSpPr>
        <p:pic>
          <p:nvPicPr>
            <p:cNvPr id="97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5" y="8238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6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41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6" y="8714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7" name="Rounded Rectangle 466"/>
            <p:cNvSpPr/>
            <p:nvPr>
              <p:custDataLst>
                <p:tags r:id="rId42"/>
              </p:custDataLst>
            </p:nvPr>
          </p:nvSpPr>
          <p:spPr>
            <a:xfrm>
              <a:off x="9197" y="9680"/>
              <a:ext cx="3590" cy="133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Telemetry Data:</a:t>
              </a:r>
              <a:b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Performance Monitoring </a:t>
              </a:r>
            </a:p>
            <a:p>
              <a:pPr algn="ctr"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Device Configurations</a:t>
              </a:r>
            </a:p>
          </p:txBody>
        </p:sp>
      </p:grpSp>
      <p:grpSp>
        <p:nvGrpSpPr>
          <p:cNvPr id="469" name="Group 468"/>
          <p:cNvGrpSpPr/>
          <p:nvPr/>
        </p:nvGrpSpPr>
        <p:grpSpPr>
          <a:xfrm>
            <a:off x="14513856" y="10739189"/>
            <a:ext cx="5382454" cy="1133014"/>
            <a:chOff x="7453" y="8466"/>
            <a:chExt cx="8475" cy="1784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0"/>
              </p:custDataLst>
            </p:nvPr>
          </p:nvSpPr>
          <p:spPr>
            <a:xfrm>
              <a:off x="14323" y="9783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3524695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21921323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9304085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20371843" y="10748398"/>
            <a:ext cx="2033583" cy="1120313"/>
            <a:chOff x="8018" y="8504"/>
            <a:chExt cx="3202" cy="176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 rotWithShape="1"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3" name="Rounded Rectangle 482"/>
            <p:cNvSpPr/>
            <p:nvPr>
              <p:custDataLst>
                <p:tags r:id="rId38"/>
              </p:custDataLst>
            </p:nvPr>
          </p:nvSpPr>
          <p:spPr>
            <a:xfrm>
              <a:off x="9615" y="9801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61">
            <a:biLevel thresh="75000"/>
          </a:blip>
          <a:srcRect l="31745" t="20627" r="32042" b="24564"/>
          <a:stretch>
            <a:fillRect/>
          </a:stretch>
        </p:blipFill>
        <p:spPr>
          <a:xfrm>
            <a:off x="16062713" y="10359398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3300466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5767795" y="1107559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9132755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21635490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8326327" y="9801755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5468092" y="9817623"/>
            <a:ext cx="303195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8043821" y="12828246"/>
            <a:ext cx="18479420" cy="196816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5115359" y="14437585"/>
            <a:ext cx="426087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8223529" y="14269283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4179835" y="14220449"/>
            <a:ext cx="253658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3743493" y="7471935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3788496" y="7480571"/>
            <a:ext cx="134197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7728" y="7994633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5292475" y="8882830"/>
            <a:ext cx="110903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5495127" y="9338195"/>
            <a:ext cx="612234" cy="446474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5354705" y="8885293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5330" y="7704067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3323944" y="8501260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22034140" y="850135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4270416" y="9203039"/>
            <a:ext cx="700317" cy="606419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6">
              <a:extLst>
                <a:ext uri="{BEBA8EAE-BF5A-486C-A8C5-ECC9F3942E4B}">
                  <a14:imgProps xmlns:a14="http://schemas.microsoft.com/office/drawing/2010/main">
                    <a14:imgLayer r:embed="rId67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3561424" y="779774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7933861" y="7355836"/>
            <a:ext cx="4980155" cy="264152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9890862" y="8817853"/>
            <a:ext cx="25410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11399433" y="8510042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12419870" y="845597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496772" y="746149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9537575" y="7461237"/>
            <a:ext cx="136481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721" y="7975299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11186511" y="8442002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105258" y="8874404"/>
            <a:ext cx="110925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8332229" y="9329769"/>
            <a:ext cx="612234" cy="446474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8239908" y="8860810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643195" y="849305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10442057" y="9191503"/>
            <a:ext cx="645135" cy="617595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11238760" y="9183096"/>
            <a:ext cx="679813" cy="626003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BEBA8EAE-BF5A-486C-A8C5-ECC9F3942E4B}">
                  <a14:imgProps xmlns:a14="http://schemas.microsoft.com/office/drawing/2010/main">
                    <a14:imgLayer r:embed="rId49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9655117" y="9185311"/>
            <a:ext cx="649985" cy="604009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12039243" y="9183095"/>
            <a:ext cx="700317" cy="606419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6">
              <a:extLst>
                <a:ext uri="{BEBA8EAE-BF5A-486C-A8C5-ECC9F3942E4B}">
                  <a14:imgProps xmlns:a14="http://schemas.microsoft.com/office/drawing/2010/main">
                    <a14:imgLayer r:embed="rId67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323" y="769526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430710" y="8446738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9307737" y="9380299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10855339" y="7720817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20779863" y="868655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7592284" y="11931660"/>
            <a:ext cx="5210938" cy="66797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Platform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4302521" y="9610209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20182960" y="9659251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7707247" y="10229182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12231160" y="10355057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4704906" y="1038195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8024004" y="1035792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20595457" y="10381919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75456" y="10436353"/>
            <a:ext cx="685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11834414" y="14399912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20380401" y="14443021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8585805" y="124990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21477220" y="12508799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8553081" y="114226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1118819" y="11418404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6644" y="10701636"/>
            <a:ext cx="1281627" cy="29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8053984" y="11022830"/>
            <a:ext cx="1026953" cy="28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6" name="Up Arrow 489"/>
          <p:cNvSpPr/>
          <p:nvPr/>
        </p:nvSpPr>
        <p:spPr>
          <a:xfrm>
            <a:off x="12437785" y="11809050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7" name="Up Arrow 489"/>
          <p:cNvSpPr/>
          <p:nvPr/>
        </p:nvSpPr>
        <p:spPr>
          <a:xfrm>
            <a:off x="15812743" y="11788137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10083733" y="8495270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9601244" y="8864511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21612262" y="7367511"/>
            <a:ext cx="4980155" cy="264152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21826512" y="8898563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3586532" y="8524277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507" name="Rounded Rectangle 466"/>
          <p:cNvSpPr/>
          <p:nvPr>
            <p:custDataLst>
              <p:tags r:id="rId35"/>
            </p:custDataLst>
          </p:nvPr>
        </p:nvSpPr>
        <p:spPr>
          <a:xfrm>
            <a:off x="8163112" y="10848066"/>
            <a:ext cx="3442636" cy="77354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10290878" y="12909855"/>
            <a:ext cx="820546" cy="1528045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3497947" y="12923192"/>
            <a:ext cx="820546" cy="1528045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63" name="Picture 162" descr="A network of circles and lines&#10;&#10;AI-generated content may be incorrect.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24330" y="10949498"/>
            <a:ext cx="612091" cy="586228"/>
          </a:xfrm>
          <a:prstGeom prst="rect">
            <a:avLst/>
          </a:prstGeom>
        </p:spPr>
      </p:pic>
      <p:sp>
        <p:nvSpPr>
          <p:cNvPr id="164" name="TextBox 58"/>
          <p:cNvSpPr txBox="1"/>
          <p:nvPr/>
        </p:nvSpPr>
        <p:spPr>
          <a:xfrm>
            <a:off x="8122937" y="10968776"/>
            <a:ext cx="2962821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Semantic Interface</a:t>
            </a:r>
          </a:p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RAN-OTN Semantic Channel</a:t>
            </a:r>
            <a:endParaRPr lang="en-GB" sz="1600" b="1" i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76" name="Group 175"/>
          <p:cNvGrpSpPr/>
          <p:nvPr/>
        </p:nvGrpSpPr>
        <p:grpSpPr>
          <a:xfrm>
            <a:off x="9322496" y="10122341"/>
            <a:ext cx="1263787" cy="655589"/>
            <a:chOff x="16867183" y="5399772"/>
            <a:chExt cx="1263592" cy="655488"/>
          </a:xfrm>
        </p:grpSpPr>
        <p:cxnSp>
          <p:nvCxnSpPr>
            <p:cNvPr id="81" name="Straight Arrow Connector 80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84" name="Group 183"/>
          <p:cNvGrpSpPr/>
          <p:nvPr/>
        </p:nvGrpSpPr>
        <p:grpSpPr>
          <a:xfrm>
            <a:off x="9322496" y="11967347"/>
            <a:ext cx="1263787" cy="655589"/>
            <a:chOff x="16867183" y="5399772"/>
            <a:chExt cx="1263592" cy="655488"/>
          </a:xfrm>
        </p:grpSpPr>
        <p:cxnSp>
          <p:nvCxnSpPr>
            <p:cNvPr id="185" name="Straight Arrow Connector 184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87" name="Rounded Rectangle 466"/>
          <p:cNvSpPr/>
          <p:nvPr>
            <p:custDataLst>
              <p:tags r:id="rId36"/>
            </p:custDataLst>
          </p:nvPr>
        </p:nvSpPr>
        <p:spPr>
          <a:xfrm>
            <a:off x="22974697" y="10887886"/>
            <a:ext cx="3442636" cy="77354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188" name="Picture 187" descr="A network of circles and lines&#10;&#10;AI-generated content may be incorrect.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35915" y="10989318"/>
            <a:ext cx="612091" cy="586228"/>
          </a:xfrm>
          <a:prstGeom prst="rect">
            <a:avLst/>
          </a:prstGeom>
        </p:spPr>
      </p:pic>
      <p:sp>
        <p:nvSpPr>
          <p:cNvPr id="189" name="TextBox 58"/>
          <p:cNvSpPr txBox="1"/>
          <p:nvPr/>
        </p:nvSpPr>
        <p:spPr>
          <a:xfrm>
            <a:off x="22934522" y="11008596"/>
            <a:ext cx="2962821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Semantic Interface</a:t>
            </a:r>
          </a:p>
          <a:p>
            <a:pPr lvl="0" algn="ctr"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RAN-OTN Semantic Channel</a:t>
            </a:r>
            <a:endParaRPr lang="en-GB" sz="1600" b="1" i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90" name="Group 189"/>
          <p:cNvGrpSpPr/>
          <p:nvPr/>
        </p:nvGrpSpPr>
        <p:grpSpPr>
          <a:xfrm>
            <a:off x="24134080" y="10162161"/>
            <a:ext cx="1263787" cy="655589"/>
            <a:chOff x="16867183" y="5399772"/>
            <a:chExt cx="1263592" cy="655488"/>
          </a:xfrm>
        </p:grpSpPr>
        <p:cxnSp>
          <p:nvCxnSpPr>
            <p:cNvPr id="191" name="Straight Arrow Connector 190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4" name="Straight Arrow Connector 193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95" name="Group 194"/>
          <p:cNvGrpSpPr/>
          <p:nvPr/>
        </p:nvGrpSpPr>
        <p:grpSpPr>
          <a:xfrm>
            <a:off x="24134080" y="12007167"/>
            <a:ext cx="1263787" cy="655589"/>
            <a:chOff x="16867183" y="5399772"/>
            <a:chExt cx="1263592" cy="655488"/>
          </a:xfrm>
        </p:grpSpPr>
        <p:cxnSp>
          <p:nvCxnSpPr>
            <p:cNvPr id="196" name="Straight Arrow Connector 195"/>
            <p:cNvCxnSpPr/>
            <p:nvPr/>
          </p:nvCxnSpPr>
          <p:spPr>
            <a:xfrm flipV="1">
              <a:off x="16867183" y="5399772"/>
              <a:ext cx="0" cy="655488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>
              <a:off x="18130775" y="5399881"/>
              <a:ext cx="0" cy="628084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" name="Picture 4" descr="MLflow Models — MLflow 1.20.2 documentation"/>
          <p:cNvPicPr>
            <a:picLocks noChangeAspect="1" noChangeArrowheads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2553" y="6126763"/>
            <a:ext cx="885230" cy="37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Kubeflow Data Science On Steroids"/>
          <p:cNvPicPr>
            <a:picLocks noChangeAspect="1" noChangeArrowheads="1"/>
          </p:cNvPicPr>
          <p:nvPr/>
        </p:nvPicPr>
        <p:blipFill rotWithShape="1"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9"/>
          <a:stretch>
            <a:fillRect/>
          </a:stretch>
        </p:blipFill>
        <p:spPr bwMode="auto">
          <a:xfrm>
            <a:off x="15935969" y="5948278"/>
            <a:ext cx="1224211" cy="5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8141628" y="13299168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24330683" y="13356327"/>
            <a:ext cx="2152982" cy="730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11130372" y="13930141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1194516" y="13592269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22128713" y="8838755"/>
            <a:ext cx="255722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22673232" y="9211446"/>
            <a:ext cx="645135" cy="617595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3469933" y="9203039"/>
            <a:ext cx="679813" cy="626003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21886291" y="9205254"/>
            <a:ext cx="649985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22256958" y="8530225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8462825" y="8422980"/>
            <a:ext cx="932689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77539" y="10271754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4780600" y="7734989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8157936" y="7718367"/>
            <a:ext cx="1538127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68588" y="8430424"/>
            <a:ext cx="5123969" cy="2064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4569148" y="8382167"/>
            <a:ext cx="3423511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120654" y="8027768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5935001" y="7997245"/>
            <a:ext cx="192873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4969109" y="8027849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4886635" y="8076738"/>
            <a:ext cx="130424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7700781" y="8027768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5173403" y="8999467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8872635" y="8027664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3282720" y="7734989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452" y="8251419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3417762" y="7743625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955" y="8257686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3282722" y="8919446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5628133" y="9011535"/>
            <a:ext cx="304084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3816202" y="867239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4370207" y="10290934"/>
            <a:ext cx="3175" cy="12447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6876408" y="10290936"/>
            <a:ext cx="6986" cy="12809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190361" y="10262995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5374165" y="7718431"/>
            <a:ext cx="1713899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8149713" y="8413374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8908735" y="8411371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2068693" y="7532714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838" y="7887877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23107139" y="780103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21860065" y="747523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25316614" y="7587561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25316615" y="7933701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5987158" y="7555164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0"/>
            </p:custDataLst>
          </p:nvPr>
        </p:nvSpPr>
        <p:spPr>
          <a:xfrm>
            <a:off x="25292478" y="7474690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5316612" y="8177892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21974659" y="8152611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7342" y="8258441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458" y="9058271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246442" y="8983592"/>
            <a:ext cx="395031" cy="410908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316689" y="7514825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243" y="7869988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12286544" y="778314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5"/>
            </p:custDataLst>
          </p:nvPr>
        </p:nvSpPr>
        <p:spPr>
          <a:xfrm>
            <a:off x="11039470" y="745734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8152895" y="7574375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8152896" y="7920515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8823439" y="7541978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8"/>
            </p:custDataLst>
          </p:nvPr>
        </p:nvSpPr>
        <p:spPr>
          <a:xfrm>
            <a:off x="8128759" y="7461504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8145223" y="813245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11154064" y="8105689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8799499" y="7997283"/>
            <a:ext cx="140674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7702687" y="7994742"/>
            <a:ext cx="1206051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0345458" y="7734989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20520845" y="7797757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0539159" y="8190355"/>
            <a:ext cx="612234" cy="446474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3826140" y="9077309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030450" y="9092186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3107623" y="7367482"/>
            <a:ext cx="8369595" cy="2292782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5724033" y="7355835"/>
            <a:ext cx="346509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9323135" y="868128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7294633" y="8688268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5412203" y="8696525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81609" y="13074346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1170" y="13074346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48074" y="13074346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6811" y="13074346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2695" y="13074346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581609" y="13664352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991170" y="13687215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548074" y="13687215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416811" y="13687215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2302695" y="13699917"/>
            <a:ext cx="773549" cy="773549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12580299" y="12910173"/>
            <a:ext cx="820546" cy="1528045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5098462" y="12932402"/>
            <a:ext cx="820546" cy="1528045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7962753" y="12910809"/>
            <a:ext cx="820546" cy="1528045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20945807" y="12932402"/>
            <a:ext cx="820546" cy="1528045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7480" y="10725213"/>
            <a:ext cx="1538861" cy="31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2010757" y="11045839"/>
            <a:ext cx="1233071" cy="30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9" name="Group 468"/>
          <p:cNvGrpSpPr/>
          <p:nvPr/>
        </p:nvGrpSpPr>
        <p:grpSpPr>
          <a:xfrm>
            <a:off x="14513859" y="10739189"/>
            <a:ext cx="6025173" cy="1129204"/>
            <a:chOff x="7453" y="8466"/>
            <a:chExt cx="9487" cy="1778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0"/>
              </p:custDataLst>
            </p:nvPr>
          </p:nvSpPr>
          <p:spPr>
            <a:xfrm>
              <a:off x="15335" y="9777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3667597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1921323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9304085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20371843" y="10748398"/>
            <a:ext cx="1281627" cy="580479"/>
            <a:chOff x="8018" y="8504"/>
            <a:chExt cx="2018" cy="91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8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6062713" y="10359398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3300466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5767795" y="1107559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9132755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21635490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8326327" y="9801755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5468092" y="9817623"/>
            <a:ext cx="303195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8043821" y="12828246"/>
            <a:ext cx="18479420" cy="196816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5115359" y="14437585"/>
            <a:ext cx="426087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8223529" y="14269283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4179835" y="14220449"/>
            <a:ext cx="253658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3743493" y="7471935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3788496" y="7480571"/>
            <a:ext cx="134197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7728" y="7994633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5292475" y="8882830"/>
            <a:ext cx="110903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5495127" y="9338195"/>
            <a:ext cx="612234" cy="446474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5354705" y="8885293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5330" y="7704067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3323944" y="8501260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22034140" y="850135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4270416" y="9203039"/>
            <a:ext cx="700317" cy="606419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3561424" y="779774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7933861" y="7355836"/>
            <a:ext cx="4980155" cy="264152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9890862" y="8817853"/>
            <a:ext cx="25410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11399433" y="8510042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12419870" y="845597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496772" y="746149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9537575" y="7461237"/>
            <a:ext cx="136481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721" y="7975299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11186511" y="8442002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105258" y="8874404"/>
            <a:ext cx="110925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8332229" y="9329769"/>
            <a:ext cx="612234" cy="446474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8239908" y="8860810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643195" y="849305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10442057" y="9191503"/>
            <a:ext cx="645135" cy="617595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11238760" y="9183096"/>
            <a:ext cx="679813" cy="626003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9655117" y="9185311"/>
            <a:ext cx="649985" cy="604009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12039243" y="9183095"/>
            <a:ext cx="700317" cy="606419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452" y="769526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430710" y="8446738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9307737" y="9380299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10855339" y="7720817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20779863" y="868655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7592284" y="11931660"/>
            <a:ext cx="5210938" cy="66797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Data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4302521" y="9610209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20182960" y="9659251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7707247" y="10229182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12059678" y="10355057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4704906" y="1038195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8024004" y="1035792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20595457" y="10381919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75456" y="10436353"/>
            <a:ext cx="685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11834414" y="14399912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20380401" y="14443021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8585805" y="124990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21477220" y="12508799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8594030" y="114226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1192547" y="11400487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6644" y="10701636"/>
            <a:ext cx="1281627" cy="29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8053984" y="11022830"/>
            <a:ext cx="1026953" cy="28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10083733" y="8509560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9601244" y="8864511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21612262" y="7367511"/>
            <a:ext cx="4980155" cy="264152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21826512" y="8898563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3586532" y="8524277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10290878" y="12909855"/>
            <a:ext cx="820546" cy="1528045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3497947" y="12923192"/>
            <a:ext cx="820546" cy="1528045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4" name="Up-Down Arrow 203"/>
          <p:cNvSpPr/>
          <p:nvPr>
            <p:custDataLst>
              <p:tags r:id="rId35"/>
            </p:custDataLst>
          </p:nvPr>
        </p:nvSpPr>
        <p:spPr>
          <a:xfrm rot="5400000">
            <a:off x="25034006" y="9369698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9018738" y="10262990"/>
            <a:ext cx="1965255" cy="2364492"/>
            <a:chOff x="3715" y="7500"/>
            <a:chExt cx="1938" cy="236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0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62" name="Straight Arrow Connector 61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23695005" y="10262990"/>
            <a:ext cx="1965255" cy="2364492"/>
            <a:chOff x="3715" y="7500"/>
            <a:chExt cx="1938" cy="2360"/>
          </a:xfrm>
        </p:grpSpPr>
        <p:cxnSp>
          <p:nvCxnSpPr>
            <p:cNvPr id="462" name="Straight Arrow Connector 461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63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473" name="Straight Arrow Connector 47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4" name="Rounded Rectangle 466"/>
          <p:cNvSpPr/>
          <p:nvPr>
            <p:custDataLst>
              <p:tags r:id="rId36"/>
            </p:custDataLst>
          </p:nvPr>
        </p:nvSpPr>
        <p:spPr>
          <a:xfrm>
            <a:off x="12179273" y="11914123"/>
            <a:ext cx="5210938" cy="66797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Performance Monitoring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Device Configurations/Parameters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5" name="Up Arrow 490"/>
          <p:cNvSpPr/>
          <p:nvPr/>
        </p:nvSpPr>
        <p:spPr>
          <a:xfrm>
            <a:off x="13088918" y="11392152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6" name="Rounded Rectangle 471"/>
          <p:cNvSpPr/>
          <p:nvPr>
            <p:custDataLst>
              <p:tags r:id="rId37"/>
            </p:custDataLst>
          </p:nvPr>
        </p:nvSpPr>
        <p:spPr>
          <a:xfrm>
            <a:off x="13991171" y="11574041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89" name="Up Arrow 491"/>
          <p:cNvSpPr/>
          <p:nvPr/>
        </p:nvSpPr>
        <p:spPr>
          <a:xfrm>
            <a:off x="15935002" y="11392152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8"/>
          <p:cNvSpPr/>
          <p:nvPr/>
        </p:nvSpPr>
        <p:spPr>
          <a:xfrm>
            <a:off x="13135148" y="12474071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5" name="Up Arrow 488"/>
          <p:cNvSpPr/>
          <p:nvPr/>
        </p:nvSpPr>
        <p:spPr>
          <a:xfrm>
            <a:off x="15922984" y="12509114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8141628" y="13299168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24330683" y="13356327"/>
            <a:ext cx="2152982" cy="730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11130372" y="13930141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1194516" y="13592269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22128713" y="8838755"/>
            <a:ext cx="255722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22673232" y="9211446"/>
            <a:ext cx="645135" cy="617595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3469933" y="9203039"/>
            <a:ext cx="679813" cy="626003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21886291" y="9205254"/>
            <a:ext cx="649985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22256958" y="8530225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8462825" y="8422980"/>
            <a:ext cx="932689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77539" y="10271754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4780600" y="7734989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8157936" y="7718367"/>
            <a:ext cx="1538127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68588" y="8430424"/>
            <a:ext cx="5123969" cy="2064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4569148" y="8382167"/>
            <a:ext cx="3423511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120654" y="8027768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5935001" y="7997245"/>
            <a:ext cx="192873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4969109" y="8027849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4886635" y="8076738"/>
            <a:ext cx="130424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7700781" y="8027768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5173403" y="8999467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8872635" y="8027664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3282720" y="7734989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452" y="8251419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3417762" y="7743625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955" y="8257686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3282722" y="8919446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5628133" y="9011535"/>
            <a:ext cx="304084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3816202" y="867239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4370207" y="10290934"/>
            <a:ext cx="3175" cy="12447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6876408" y="10290936"/>
            <a:ext cx="6986" cy="12809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190361" y="10262995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5374165" y="7718431"/>
            <a:ext cx="1713899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8149713" y="8413374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8908735" y="8411371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2068693" y="7532714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838" y="7887877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23107139" y="780103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21860065" y="747523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25316614" y="7587561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25316615" y="7933701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5987158" y="7555164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0"/>
            </p:custDataLst>
          </p:nvPr>
        </p:nvSpPr>
        <p:spPr>
          <a:xfrm>
            <a:off x="25292478" y="7474690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5316612" y="8177892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21974659" y="8152611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7342" y="8258441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458" y="9058271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246442" y="8983592"/>
            <a:ext cx="395031" cy="410908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1316689" y="7514825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243" y="7869988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8"/>
          <a:srcRect l="21175" t="18134" r="21183" b="18638"/>
          <a:stretch>
            <a:fillRect/>
          </a:stretch>
        </p:blipFill>
        <p:spPr>
          <a:xfrm flipH="1">
            <a:off x="12286544" y="778314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5"/>
            </p:custDataLst>
          </p:nvPr>
        </p:nvSpPr>
        <p:spPr>
          <a:xfrm>
            <a:off x="11039470" y="745734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5"/>
          <a:srcRect l="6136" t="12740" r="7307" b="48688"/>
          <a:stretch>
            <a:fillRect/>
          </a:stretch>
        </p:blipFill>
        <p:spPr>
          <a:xfrm>
            <a:off x="8152895" y="7574375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5"/>
          <a:srcRect l="6136" t="57393" r="7307" b="19059"/>
          <a:stretch>
            <a:fillRect/>
          </a:stretch>
        </p:blipFill>
        <p:spPr>
          <a:xfrm>
            <a:off x="8152896" y="7920515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8823439" y="7541978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8"/>
            </p:custDataLst>
          </p:nvPr>
        </p:nvSpPr>
        <p:spPr>
          <a:xfrm>
            <a:off x="8128759" y="7461504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8145223" y="813245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11154064" y="8105689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8799499" y="7997283"/>
            <a:ext cx="140674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7702687" y="7994742"/>
            <a:ext cx="1206051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0345458" y="7734989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20520845" y="7797757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0539159" y="8190355"/>
            <a:ext cx="612234" cy="446474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3826140" y="9077309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5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030450" y="9092186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3107623" y="7367482"/>
            <a:ext cx="8369595" cy="2292782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5724033" y="7355835"/>
            <a:ext cx="346509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9323135" y="868128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7294633" y="8688268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5412203" y="8696525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81609" y="13074346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1170" y="13074346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48074" y="13074346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6811" y="13074346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2695" y="13074346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581609" y="13664352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991170" y="13687215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548074" y="13687215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416811" y="13687215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2302695" y="13699917"/>
            <a:ext cx="773549" cy="773549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12580299" y="12910173"/>
            <a:ext cx="820546" cy="1528045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5098462" y="12932402"/>
            <a:ext cx="820546" cy="1528045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7962753" y="12910809"/>
            <a:ext cx="820546" cy="1528045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20945807" y="12932402"/>
            <a:ext cx="820546" cy="1528045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7480" y="10725213"/>
            <a:ext cx="1538861" cy="31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2010757" y="11045839"/>
            <a:ext cx="1233071" cy="30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9" name="Group 468"/>
          <p:cNvGrpSpPr/>
          <p:nvPr/>
        </p:nvGrpSpPr>
        <p:grpSpPr>
          <a:xfrm>
            <a:off x="14513859" y="10739189"/>
            <a:ext cx="6025173" cy="1129204"/>
            <a:chOff x="7453" y="8466"/>
            <a:chExt cx="9487" cy="1778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0"/>
              </p:custDataLst>
            </p:nvPr>
          </p:nvSpPr>
          <p:spPr>
            <a:xfrm>
              <a:off x="15335" y="9777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3667597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21921323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9304085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20371843" y="10748398"/>
            <a:ext cx="1281627" cy="580479"/>
            <a:chOff x="8018" y="8504"/>
            <a:chExt cx="2018" cy="91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38"/>
              </p:custDataLst>
            </p:nvPr>
          </p:nvPicPr>
          <p:blipFill rotWithShape="1"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59">
            <a:biLevel thresh="75000"/>
          </a:blip>
          <a:srcRect l="31745" t="20627" r="32042" b="24564"/>
          <a:stretch>
            <a:fillRect/>
          </a:stretch>
        </p:blipFill>
        <p:spPr>
          <a:xfrm>
            <a:off x="16062713" y="10359398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3300466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5767795" y="1107559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9132755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21635490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8326327" y="9801755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5468092" y="9817623"/>
            <a:ext cx="303195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8043821" y="12828246"/>
            <a:ext cx="18479420" cy="196816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5115359" y="14437585"/>
            <a:ext cx="426087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8223529" y="14269283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4179835" y="14220449"/>
            <a:ext cx="253658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3743493" y="7471935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3788496" y="7480571"/>
            <a:ext cx="134197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7728" y="7994633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5292475" y="8882830"/>
            <a:ext cx="110903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5495127" y="9338195"/>
            <a:ext cx="612234" cy="446474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5354705" y="8885293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5330" y="7704067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3323944" y="8501260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22034140" y="850135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4270416" y="9203039"/>
            <a:ext cx="700317" cy="606419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3561424" y="779774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7933861" y="7355836"/>
            <a:ext cx="4980155" cy="264152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9890862" y="8817853"/>
            <a:ext cx="25410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11399433" y="8510042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12419870" y="845597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496772" y="7461492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9537575" y="7461237"/>
            <a:ext cx="136481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721" y="7975299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11186511" y="8442002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105258" y="8874404"/>
            <a:ext cx="110925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8332229" y="9329769"/>
            <a:ext cx="612234" cy="446474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8239908" y="8860810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643195" y="849305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10442057" y="9191503"/>
            <a:ext cx="645135" cy="617595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11238760" y="9183096"/>
            <a:ext cx="679813" cy="626003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9655117" y="9185311"/>
            <a:ext cx="649985" cy="604009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12039243" y="9183095"/>
            <a:ext cx="700317" cy="606419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452" y="769526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430710" y="8446738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9307737" y="9380299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10855339" y="7720817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20779863" y="868655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7592284" y="11931660"/>
            <a:ext cx="5210938" cy="66797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Data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4302521" y="9610209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20182960" y="9659251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7707247" y="10229182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12059678" y="10355057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4704906" y="1038195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8024004" y="1035792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20595457" y="10381919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75456" y="10436353"/>
            <a:ext cx="685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11834414" y="14399912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20380401" y="14443021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8585805" y="124990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21477220" y="12508799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8594030" y="114226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1192547" y="11400487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6644" y="10701636"/>
            <a:ext cx="1281627" cy="29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8053984" y="11022830"/>
            <a:ext cx="1026953" cy="28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10083733" y="8509560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9601244" y="8864511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21612262" y="7367511"/>
            <a:ext cx="4980155" cy="264152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21826512" y="8898563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3586532" y="8524277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10290878" y="12909855"/>
            <a:ext cx="820546" cy="1528045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3497947" y="12923192"/>
            <a:ext cx="820546" cy="1528045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4" name="Up-Down Arrow 203"/>
          <p:cNvSpPr/>
          <p:nvPr>
            <p:custDataLst>
              <p:tags r:id="rId35"/>
            </p:custDataLst>
          </p:nvPr>
        </p:nvSpPr>
        <p:spPr>
          <a:xfrm rot="5400000">
            <a:off x="25034006" y="9369698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9018738" y="10262990"/>
            <a:ext cx="1965255" cy="2364492"/>
            <a:chOff x="3715" y="7500"/>
            <a:chExt cx="1938" cy="236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0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62" name="Straight Arrow Connector 61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23695005" y="10262990"/>
            <a:ext cx="1965255" cy="2364492"/>
            <a:chOff x="3715" y="7500"/>
            <a:chExt cx="1938" cy="2360"/>
          </a:xfrm>
        </p:grpSpPr>
        <p:cxnSp>
          <p:nvCxnSpPr>
            <p:cNvPr id="462" name="Straight Arrow Connector 461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63" name="Content Placeholder 72" descr="fc-apc"/>
            <p:cNvPicPr>
              <a:picLocks noChangeAspect="1"/>
            </p:cNvPicPr>
            <p:nvPr/>
          </p:nvPicPr>
          <p:blipFill>
            <a:blip r:embed="rId6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473" name="Straight Arrow Connector 47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4" name="Rounded Rectangle 466"/>
          <p:cNvSpPr/>
          <p:nvPr>
            <p:custDataLst>
              <p:tags r:id="rId36"/>
            </p:custDataLst>
          </p:nvPr>
        </p:nvSpPr>
        <p:spPr>
          <a:xfrm>
            <a:off x="12179273" y="11914123"/>
            <a:ext cx="5210938" cy="66797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Performance Monitoring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Device Configurations/Parameters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5" name="Up Arrow 490"/>
          <p:cNvSpPr/>
          <p:nvPr/>
        </p:nvSpPr>
        <p:spPr>
          <a:xfrm>
            <a:off x="13088918" y="11392152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6" name="Rounded Rectangle 471"/>
          <p:cNvSpPr/>
          <p:nvPr>
            <p:custDataLst>
              <p:tags r:id="rId37"/>
            </p:custDataLst>
          </p:nvPr>
        </p:nvSpPr>
        <p:spPr>
          <a:xfrm>
            <a:off x="13991171" y="11574041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89" name="Up Arrow 491"/>
          <p:cNvSpPr/>
          <p:nvPr/>
        </p:nvSpPr>
        <p:spPr>
          <a:xfrm>
            <a:off x="15935002" y="11392152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8"/>
          <p:cNvSpPr/>
          <p:nvPr/>
        </p:nvSpPr>
        <p:spPr>
          <a:xfrm>
            <a:off x="13135148" y="12474071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5" name="Up Arrow 488"/>
          <p:cNvSpPr/>
          <p:nvPr/>
        </p:nvSpPr>
        <p:spPr>
          <a:xfrm>
            <a:off x="15922984" y="12509114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ounded Rectangle 501"/>
          <p:cNvSpPr/>
          <p:nvPr>
            <p:custDataLst>
              <p:tags r:id="rId1"/>
            </p:custDataLst>
          </p:nvPr>
        </p:nvSpPr>
        <p:spPr>
          <a:xfrm>
            <a:off x="8043821" y="12999762"/>
            <a:ext cx="18479420" cy="196816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0" name="Rounded Rectangle 18"/>
          <p:cNvSpPr/>
          <p:nvPr>
            <p:custDataLst>
              <p:tags r:id="rId2"/>
            </p:custDataLst>
          </p:nvPr>
        </p:nvSpPr>
        <p:spPr>
          <a:xfrm>
            <a:off x="21644346" y="7539027"/>
            <a:ext cx="4980155" cy="2641521"/>
          </a:xfrm>
          <a:prstGeom prst="roundRect">
            <a:avLst/>
          </a:prstGeom>
          <a:solidFill>
            <a:srgbClr val="F8E7D4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19" name="Rounded Rectangle 18"/>
          <p:cNvSpPr>
            <a:spLocks noGrp="1" noRot="1" noMove="1" noResize="1" noEditPoints="1" noAdjustHandles="1" noChangeArrowheads="1" noChangeShapeType="1"/>
          </p:cNvSpPr>
          <p:nvPr>
            <p:custDataLst>
              <p:tags r:id="rId3"/>
            </p:custDataLst>
          </p:nvPr>
        </p:nvSpPr>
        <p:spPr>
          <a:xfrm>
            <a:off x="7933861" y="7527352"/>
            <a:ext cx="4980155" cy="2641521"/>
          </a:xfrm>
          <a:prstGeom prst="roundRect">
            <a:avLst/>
          </a:prstGeom>
          <a:solidFill>
            <a:srgbClr val="F8E7D4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 dirty="0"/>
          </a:p>
        </p:txBody>
      </p:sp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8141628" y="13470684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3"/>
          <a:srcRect t="33051" b="33051"/>
          <a:stretch>
            <a:fillRect/>
          </a:stretch>
        </p:blipFill>
        <p:spPr>
          <a:xfrm>
            <a:off x="24330683" y="13527843"/>
            <a:ext cx="2152982" cy="730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11130372" y="14101657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1194516" y="13763785"/>
            <a:ext cx="12262468" cy="17148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Text Box 71"/>
          <p:cNvSpPr txBox="1"/>
          <p:nvPr/>
        </p:nvSpPr>
        <p:spPr>
          <a:xfrm>
            <a:off x="18462825" y="8594496"/>
            <a:ext cx="932689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77539" y="10443270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 w="28575">
            <a:solidFill>
              <a:schemeClr val="accent5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4780600" y="7906505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8157936" y="7889883"/>
            <a:ext cx="1538127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68588" y="8601940"/>
            <a:ext cx="5123969" cy="2064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4569148" y="8553683"/>
            <a:ext cx="3423511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120654" y="8199284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5935001" y="8168761"/>
            <a:ext cx="192873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4969109" y="8199365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4886635" y="8248254"/>
            <a:ext cx="130424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7700781" y="8199284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5173403" y="9170983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8872635" y="8199180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3282720" y="7906505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452" y="8422935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3240338" y="7915143"/>
            <a:ext cx="14462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GB" sz="1350" b="1" i="1" dirty="0">
                <a:solidFill>
                  <a:prstClr val="black"/>
                </a:solidFill>
                <a:latin typeface="Calibri" panose="020F0502020204030204"/>
              </a:rPr>
              <a:t>Optica</a:t>
            </a:r>
            <a:r>
              <a:rPr lang="en-GB" altLang="en-GB" sz="1350" b="1" i="1" dirty="0">
                <a:solidFill>
                  <a:prstClr val="black"/>
                </a:solidFill>
                <a:latin typeface="Calibri" panose="020F0502020204030204"/>
              </a:rPr>
              <a:t>l Network</a:t>
            </a:r>
            <a:endParaRPr lang="en-US" altLang="en-GB" sz="1350" b="1" i="1" dirty="0">
              <a:solidFill>
                <a:prstClr val="black"/>
              </a:solidFill>
              <a:latin typeface="Calibri" panose="020F0502020204030204"/>
            </a:endParaRPr>
          </a:p>
          <a:p>
            <a:pPr algn="ctr">
              <a:defRPr/>
            </a:pPr>
            <a:r>
              <a:rPr lang="en-GB" sz="1350" b="1" i="1" dirty="0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 dirty="0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955" y="8429202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3282722" y="9090962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5754269" y="9255054"/>
            <a:ext cx="3792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/>
              </a:rPr>
              <a:t>Centralized Cross-Domain Data Repository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3816202" y="8843907"/>
            <a:ext cx="191164" cy="311198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4370207" y="10462450"/>
            <a:ext cx="3175" cy="1244792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6876408" y="10462452"/>
            <a:ext cx="6986" cy="1280992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190361" y="10434511"/>
            <a:ext cx="9526" cy="130893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5374165" y="7889947"/>
            <a:ext cx="1713899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8149713" y="8584890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8908735" y="8582887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7342" y="8429957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1639" y="9374134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4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378108" y="9217981"/>
            <a:ext cx="395031" cy="410908"/>
          </a:xfrm>
          <a:prstGeom prst="rect">
            <a:avLst/>
          </a:prstGeom>
        </p:spPr>
      </p:pic>
      <p:sp>
        <p:nvSpPr>
          <p:cNvPr id="279" name="Rounded Rectangle 278"/>
          <p:cNvSpPr/>
          <p:nvPr>
            <p:custDataLst>
              <p:tags r:id="rId7"/>
            </p:custDataLst>
          </p:nvPr>
        </p:nvSpPr>
        <p:spPr>
          <a:xfrm>
            <a:off x="11039470" y="7628859"/>
            <a:ext cx="1700086" cy="10065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4" name="Rounded Rectangle 283"/>
          <p:cNvSpPr/>
          <p:nvPr>
            <p:custDataLst>
              <p:tags r:id="rId8"/>
            </p:custDataLst>
          </p:nvPr>
        </p:nvSpPr>
        <p:spPr>
          <a:xfrm>
            <a:off x="8128759" y="7633020"/>
            <a:ext cx="1117803" cy="10065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6"/>
          <a:srcRect l="6136" t="12740" r="7307" b="48688"/>
          <a:stretch>
            <a:fillRect/>
          </a:stretch>
        </p:blipFill>
        <p:spPr>
          <a:xfrm>
            <a:off x="8152895" y="7745891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6"/>
          <a:srcRect l="6136" t="57393" r="7307" b="19059"/>
          <a:stretch>
            <a:fillRect/>
          </a:stretch>
        </p:blipFill>
        <p:spPr>
          <a:xfrm>
            <a:off x="8152896" y="8092031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49">
            <a:biLevel thresh="75000"/>
          </a:blip>
          <a:srcRect l="31745" t="20627" r="32042" b="24564"/>
          <a:stretch>
            <a:fillRect/>
          </a:stretch>
        </p:blipFill>
        <p:spPr>
          <a:xfrm>
            <a:off x="8823439" y="7713494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TextBox 58"/>
          <p:cNvSpPr txBox="1"/>
          <p:nvPr/>
        </p:nvSpPr>
        <p:spPr>
          <a:xfrm>
            <a:off x="8145223" y="830397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8799499" y="8168799"/>
            <a:ext cx="140674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7702687" y="8166258"/>
            <a:ext cx="1206051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0345458" y="7906505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20479901" y="7901035"/>
            <a:ext cx="11670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 dirty="0">
                <a:solidFill>
                  <a:prstClr val="black"/>
                </a:solidFill>
                <a:latin typeface="Calibri" panose="020F0502020204030204"/>
              </a:rPr>
              <a:t>Network Controller</a:t>
            </a:r>
            <a:endParaRPr lang="en-GB" sz="1350" b="1" i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5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0539159" y="8361871"/>
            <a:ext cx="612234" cy="446474"/>
          </a:xfrm>
          <a:prstGeom prst="rect">
            <a:avLst/>
          </a:prstGeom>
        </p:spPr>
      </p:pic>
      <p:sp>
        <p:nvSpPr>
          <p:cNvPr id="310" name="Rounded Rectangle 309"/>
          <p:cNvSpPr/>
          <p:nvPr/>
        </p:nvSpPr>
        <p:spPr>
          <a:xfrm>
            <a:off x="13107623" y="7538998"/>
            <a:ext cx="8369595" cy="2292782"/>
          </a:xfrm>
          <a:prstGeom prst="roundRect">
            <a:avLst/>
          </a:prstGeom>
          <a:noFill/>
          <a:ln w="28575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5724033" y="7527351"/>
            <a:ext cx="346509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19323135" y="8852799"/>
            <a:ext cx="191164" cy="311198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7294633" y="8859784"/>
            <a:ext cx="191164" cy="311198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5412203" y="8868041"/>
            <a:ext cx="191164" cy="311198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81609" y="13245862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1170" y="13245862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48074" y="13245862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6811" y="13245862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2695" y="13245862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1581609" y="13835868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991170" y="13858731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548074" y="13858731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416811" y="13858731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5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2302695" y="13871433"/>
            <a:ext cx="773549" cy="773549"/>
          </a:xfrm>
          <a:prstGeom prst="rect">
            <a:avLst/>
          </a:prstGeom>
        </p:spPr>
      </p:pic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0978" y="11279378"/>
            <a:ext cx="1275495" cy="2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 rotWithShape="1"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4631397" y="11726804"/>
            <a:ext cx="1233071" cy="30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49">
            <a:biLevel thresh="75000"/>
          </a:blip>
          <a:srcRect l="31745" t="20627" r="32042" b="24564"/>
          <a:stretch>
            <a:fillRect/>
          </a:stretch>
        </p:blipFill>
        <p:spPr>
          <a:xfrm>
            <a:off x="13667597" y="10570925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49">
            <a:biLevel thresh="75000"/>
          </a:blip>
          <a:srcRect l="31745" t="20627" r="32042" b="24564"/>
          <a:stretch>
            <a:fillRect/>
          </a:stretch>
        </p:blipFill>
        <p:spPr>
          <a:xfrm>
            <a:off x="21921323" y="10570925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49">
            <a:biLevel thresh="75000"/>
          </a:blip>
          <a:srcRect l="31745" t="20627" r="32042" b="24564"/>
          <a:stretch>
            <a:fillRect/>
          </a:stretch>
        </p:blipFill>
        <p:spPr>
          <a:xfrm>
            <a:off x="19304085" y="10570925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49">
            <a:biLevel thresh="75000"/>
          </a:blip>
          <a:srcRect l="31745" t="20627" r="32042" b="24564"/>
          <a:stretch>
            <a:fillRect/>
          </a:stretch>
        </p:blipFill>
        <p:spPr>
          <a:xfrm>
            <a:off x="16062713" y="10530914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3300466" y="11241581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5767795" y="1124711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9132755" y="11241581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 dirty="0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21635490" y="11241581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8326327" y="9973271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5468092" y="9989139"/>
            <a:ext cx="303195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 dirty="0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3" name="TextBox 238"/>
          <p:cNvSpPr txBox="1"/>
          <p:nvPr/>
        </p:nvSpPr>
        <p:spPr>
          <a:xfrm>
            <a:off x="15115359" y="14609101"/>
            <a:ext cx="426087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8223529" y="14440799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4179835" y="14391965"/>
            <a:ext cx="253658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6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9890862" y="8989369"/>
            <a:ext cx="25410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 dirty="0">
                <a:solidFill>
                  <a:srgbClr val="FF0000"/>
                </a:solidFill>
              </a:rPr>
              <a:t>Wireless Access Network 1</a:t>
            </a:r>
          </a:p>
        </p:txBody>
      </p:sp>
      <p:sp>
        <p:nvSpPr>
          <p:cNvPr id="50" name="Rounded Rectangle 49"/>
          <p:cNvSpPr/>
          <p:nvPr>
            <p:custDataLst>
              <p:tags r:id="rId12"/>
            </p:custDataLst>
          </p:nvPr>
        </p:nvSpPr>
        <p:spPr>
          <a:xfrm>
            <a:off x="11351307" y="8681558"/>
            <a:ext cx="1019332" cy="296591"/>
          </a:xfrm>
          <a:prstGeom prst="roundRect">
            <a:avLst/>
          </a:prstGeom>
          <a:solidFill>
            <a:srgbClr val="B38DD9"/>
          </a:solidFill>
          <a:ln>
            <a:solidFill>
              <a:srgbClr val="B38DD9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51" name="Up Arrow 50"/>
          <p:cNvSpPr/>
          <p:nvPr>
            <p:custDataLst>
              <p:tags r:id="rId13"/>
            </p:custDataLst>
          </p:nvPr>
        </p:nvSpPr>
        <p:spPr>
          <a:xfrm rot="10800000" flipV="1">
            <a:off x="12419870" y="8627492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496772" y="7633008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9414741" y="7632755"/>
            <a:ext cx="150168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GB" sz="1350" b="1" i="1" dirty="0">
                <a:solidFill>
                  <a:prstClr val="black"/>
                </a:solidFill>
              </a:rPr>
              <a:t>Wireless </a:t>
            </a:r>
            <a:r>
              <a:rPr lang="en-US" altLang="en-GB" sz="1350" b="1" i="1" dirty="0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 dirty="0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 dirty="0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721" y="8146815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14"/>
            </p:custDataLst>
          </p:nvPr>
        </p:nvSpPr>
        <p:spPr>
          <a:xfrm rot="10800000" flipV="1">
            <a:off x="11106301" y="8613518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105258" y="9045920"/>
            <a:ext cx="110925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5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8332229" y="9501285"/>
            <a:ext cx="612234" cy="446474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8239908" y="9032328"/>
            <a:ext cx="11670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altLang="zh-CN" sz="1350" b="1" i="1" dirty="0">
                <a:solidFill>
                  <a:prstClr val="black"/>
                </a:solidFill>
                <a:latin typeface="Calibri" panose="020F0502020204030204"/>
              </a:rPr>
              <a:t>etwork</a:t>
            </a:r>
            <a:r>
              <a:rPr lang="en-US" altLang="en-GB" sz="1350" b="1" i="1" dirty="0">
                <a:solidFill>
                  <a:prstClr val="black"/>
                </a:solidFill>
                <a:latin typeface="Calibri" panose="020F0502020204030204"/>
              </a:rPr>
              <a:t> Controller</a:t>
            </a:r>
            <a:endParaRPr lang="en-GB" sz="1350" b="1" i="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11" name="Group 510"/>
          <p:cNvGrpSpPr/>
          <p:nvPr/>
        </p:nvGrpSpPr>
        <p:grpSpPr>
          <a:xfrm>
            <a:off x="10442057" y="9363019"/>
            <a:ext cx="645135" cy="617595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11238760" y="9354612"/>
            <a:ext cx="679813" cy="626003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BEBA8EAE-BF5A-486C-A8C5-ECC9F3942E4B}">
                  <a14:imgProps xmlns:a14="http://schemas.microsoft.com/office/drawing/2010/main">
                    <a14:imgLayer r:embed="rId5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9655117" y="9356827"/>
            <a:ext cx="649985" cy="604009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6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61">
              <a:extLst>
                <a:ext uri="{BEBA8EAE-BF5A-486C-A8C5-ECC9F3942E4B}">
                  <a14:imgProps xmlns:a14="http://schemas.microsoft.com/office/drawing/2010/main">
                    <a14:imgLayer r:embed="rId6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12039243" y="9354611"/>
            <a:ext cx="700317" cy="606419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6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452" y="7866776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430710" y="8618254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15"/>
            </p:custDataLst>
          </p:nvPr>
        </p:nvSpPr>
        <p:spPr>
          <a:xfrm rot="5400000">
            <a:off x="9313139" y="9551815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10855339" y="7892333"/>
            <a:ext cx="191164" cy="311198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20779863" y="8858067"/>
            <a:ext cx="191164" cy="311198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16"/>
            </p:custDataLst>
          </p:nvPr>
        </p:nvSpPr>
        <p:spPr>
          <a:xfrm>
            <a:off x="17592284" y="12103176"/>
            <a:ext cx="5210938" cy="667976"/>
          </a:xfrm>
          <a:prstGeom prst="roundRect">
            <a:avLst/>
          </a:prstGeom>
          <a:solidFill>
            <a:srgbClr val="B38DD9"/>
          </a:solidFill>
          <a:ln>
            <a:solidFill>
              <a:srgbClr val="B38DD9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Data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20182960" y="9830767"/>
            <a:ext cx="264828" cy="631686"/>
          </a:xfrm>
          <a:prstGeom prst="upArrow">
            <a:avLst/>
          </a:prstGeom>
          <a:solidFill>
            <a:srgbClr val="E3DD29"/>
          </a:solidFill>
          <a:ln>
            <a:solidFill>
              <a:srgbClr val="E3DD29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7707247" y="10400698"/>
            <a:ext cx="9526" cy="130893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12059678" y="1052657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4704906" y="10553469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8024004" y="10529439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5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20595457" y="10553435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6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75456" y="10607869"/>
            <a:ext cx="685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11834414" y="14571428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20380401" y="14614537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5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8585805" y="12670611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21477220" y="12680315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8594030" y="11594211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1192547" y="11572003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 rotWithShape="1"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092557" y="11743129"/>
            <a:ext cx="1026953" cy="28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8" name="Rounded Rectangle 49"/>
          <p:cNvSpPr/>
          <p:nvPr>
            <p:custDataLst>
              <p:tags r:id="rId18"/>
            </p:custDataLst>
          </p:nvPr>
        </p:nvSpPr>
        <p:spPr>
          <a:xfrm>
            <a:off x="9987481" y="8681076"/>
            <a:ext cx="1019332" cy="29659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Monitoring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9602920" y="9044853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08" name="Group 507"/>
          <p:cNvGrpSpPr/>
          <p:nvPr/>
        </p:nvGrpSpPr>
        <p:grpSpPr>
          <a:xfrm>
            <a:off x="10290878" y="13081371"/>
            <a:ext cx="820546" cy="1528045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74" name="Rounded Rectangle 466"/>
          <p:cNvSpPr/>
          <p:nvPr>
            <p:custDataLst>
              <p:tags r:id="rId19"/>
            </p:custDataLst>
          </p:nvPr>
        </p:nvSpPr>
        <p:spPr>
          <a:xfrm>
            <a:off x="12179273" y="12085639"/>
            <a:ext cx="5210938" cy="66797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Performance Monitoring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Device Configurations/Parameters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5" name="Up Arrow 490"/>
          <p:cNvSpPr/>
          <p:nvPr/>
        </p:nvSpPr>
        <p:spPr>
          <a:xfrm>
            <a:off x="13088918" y="11563668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6" name="Rounded Rectangle 471"/>
          <p:cNvSpPr/>
          <p:nvPr>
            <p:custDataLst>
              <p:tags r:id="rId20"/>
            </p:custDataLst>
          </p:nvPr>
        </p:nvSpPr>
        <p:spPr>
          <a:xfrm>
            <a:off x="13527142" y="11745557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89" name="Up Arrow 491"/>
          <p:cNvSpPr/>
          <p:nvPr/>
        </p:nvSpPr>
        <p:spPr>
          <a:xfrm>
            <a:off x="15935002" y="11563668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8"/>
          <p:cNvSpPr/>
          <p:nvPr/>
        </p:nvSpPr>
        <p:spPr>
          <a:xfrm>
            <a:off x="13135148" y="12645587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5" name="Up Arrow 488"/>
          <p:cNvSpPr/>
          <p:nvPr/>
        </p:nvSpPr>
        <p:spPr>
          <a:xfrm>
            <a:off x="15922984" y="12680630"/>
            <a:ext cx="231811" cy="470607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9280315" y="10428334"/>
            <a:ext cx="2036672" cy="747640"/>
            <a:chOff x="4221106" y="1489872"/>
            <a:chExt cx="3395482" cy="773549"/>
          </a:xfrm>
        </p:grpSpPr>
        <p:sp>
          <p:nvSpPr>
            <p:cNvPr id="5" name="Rounded Rectangle 466"/>
            <p:cNvSpPr/>
            <p:nvPr>
              <p:custDataLst>
                <p:tags r:id="rId40"/>
              </p:custDataLst>
            </p:nvPr>
          </p:nvSpPr>
          <p:spPr>
            <a:xfrm>
              <a:off x="4379247" y="1489872"/>
              <a:ext cx="3237341" cy="77354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 </a:t>
              </a:r>
            </a:p>
          </p:txBody>
        </p:sp>
        <p:sp>
          <p:nvSpPr>
            <p:cNvPr id="28" name="TextBox 58"/>
            <p:cNvSpPr txBox="1"/>
            <p:nvPr/>
          </p:nvSpPr>
          <p:spPr>
            <a:xfrm>
              <a:off x="4221106" y="1737771"/>
              <a:ext cx="2962821" cy="310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sz="1350" b="1" i="1">
                  <a:solidFill>
                    <a:prstClr val="black"/>
                  </a:solidFill>
                  <a:latin typeface="Calibri" panose="020F0502020204030204"/>
                </a:rPr>
                <a:t>Semantic En</a:t>
              </a:r>
              <a:r>
                <a:rPr lang="en-US" altLang="zh-CN" sz="1350" b="1" i="1">
                  <a:solidFill>
                    <a:prstClr val="black"/>
                  </a:solidFill>
                  <a:latin typeface="Calibri" panose="020F0502020204030204"/>
                </a:rPr>
                <a:t>coder</a:t>
              </a:r>
              <a:endParaRPr lang="en-GB" sz="1350" b="1" i="1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47" name="Picture 46" descr="A network of circles and lines&#10;&#10;AI-generated content may be incorrect."/>
            <p:cNvPicPr>
              <a:picLocks noChangeAspect="1"/>
            </p:cNvPicPr>
            <p:nvPr/>
          </p:nvPicPr>
          <p:blipFill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16516" y="1700116"/>
              <a:ext cx="594128" cy="434244"/>
            </a:xfrm>
            <a:prstGeom prst="rect">
              <a:avLst/>
            </a:prstGeom>
          </p:spPr>
        </p:pic>
      </p:grpSp>
      <p:grpSp>
        <p:nvGrpSpPr>
          <p:cNvPr id="74" name="Group 73"/>
          <p:cNvGrpSpPr/>
          <p:nvPr/>
        </p:nvGrpSpPr>
        <p:grpSpPr>
          <a:xfrm>
            <a:off x="9280017" y="11890865"/>
            <a:ext cx="2036672" cy="747640"/>
            <a:chOff x="4221106" y="1489872"/>
            <a:chExt cx="3395482" cy="773549"/>
          </a:xfrm>
        </p:grpSpPr>
        <p:sp>
          <p:nvSpPr>
            <p:cNvPr id="75" name="Rounded Rectangle 466"/>
            <p:cNvSpPr/>
            <p:nvPr>
              <p:custDataLst>
                <p:tags r:id="rId39"/>
              </p:custDataLst>
            </p:nvPr>
          </p:nvSpPr>
          <p:spPr>
            <a:xfrm>
              <a:off x="4379247" y="1489872"/>
              <a:ext cx="3237341" cy="77354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 </a:t>
              </a:r>
            </a:p>
          </p:txBody>
        </p:sp>
        <p:sp>
          <p:nvSpPr>
            <p:cNvPr id="76" name="TextBox 58"/>
            <p:cNvSpPr txBox="1"/>
            <p:nvPr/>
          </p:nvSpPr>
          <p:spPr>
            <a:xfrm>
              <a:off x="4221106" y="1737771"/>
              <a:ext cx="2962821" cy="310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sz="1350" b="1" i="1">
                  <a:solidFill>
                    <a:prstClr val="black"/>
                  </a:solidFill>
                  <a:latin typeface="Calibri" panose="020F0502020204030204"/>
                </a:rPr>
                <a:t>Semantic De</a:t>
              </a:r>
              <a:r>
                <a:rPr lang="en-US" altLang="zh-CN" sz="1350" b="1" i="1">
                  <a:solidFill>
                    <a:prstClr val="black"/>
                  </a:solidFill>
                  <a:latin typeface="Calibri" panose="020F0502020204030204"/>
                </a:rPr>
                <a:t>coder</a:t>
              </a:r>
              <a:endParaRPr lang="en-GB" sz="1350" b="1" i="1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77" name="Picture 76" descr="A network of circles and lines&#10;&#10;AI-generated content may be incorrect."/>
            <p:cNvPicPr>
              <a:picLocks noChangeAspect="1"/>
            </p:cNvPicPr>
            <p:nvPr/>
          </p:nvPicPr>
          <p:blipFill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16516" y="1700116"/>
              <a:ext cx="594128" cy="434244"/>
            </a:xfrm>
            <a:prstGeom prst="rect">
              <a:avLst/>
            </a:prstGeom>
          </p:spPr>
        </p:pic>
      </p:grpSp>
      <p:pic>
        <p:nvPicPr>
          <p:cNvPr id="78" name="Picture 77" descr="kafka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655687" y="11333842"/>
            <a:ext cx="957092" cy="370262"/>
          </a:xfrm>
          <a:prstGeom prst="rect">
            <a:avLst/>
          </a:prstGeom>
        </p:spPr>
      </p:pic>
      <p:sp>
        <p:nvSpPr>
          <p:cNvPr id="79" name="Up Arrow 50"/>
          <p:cNvSpPr/>
          <p:nvPr>
            <p:custDataLst>
              <p:tags r:id="rId21"/>
            </p:custDataLst>
          </p:nvPr>
        </p:nvSpPr>
        <p:spPr>
          <a:xfrm flipV="1">
            <a:off x="10230444" y="10185898"/>
            <a:ext cx="147851" cy="207868"/>
          </a:xfrm>
          <a:prstGeom prst="upArrow">
            <a:avLst>
              <a:gd name="adj1" fmla="val 50311"/>
              <a:gd name="adj2" fmla="val 50000"/>
            </a:avLst>
          </a:prstGeom>
          <a:solidFill>
            <a:srgbClr val="E3DD29"/>
          </a:solidFill>
          <a:ln>
            <a:solidFill>
              <a:srgbClr val="E3DD29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0" name="Up Arrow 489"/>
          <p:cNvSpPr/>
          <p:nvPr/>
        </p:nvSpPr>
        <p:spPr>
          <a:xfrm rot="10800000">
            <a:off x="10620860" y="11282392"/>
            <a:ext cx="247627" cy="534705"/>
          </a:xfrm>
          <a:prstGeom prst="upArrow">
            <a:avLst/>
          </a:prstGeom>
          <a:solidFill>
            <a:srgbClr val="E3DD29"/>
          </a:solidFill>
          <a:ln>
            <a:solidFill>
              <a:srgbClr val="E3DD29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30" name="Connector: Elbow 129"/>
          <p:cNvCxnSpPr/>
          <p:nvPr/>
        </p:nvCxnSpPr>
        <p:spPr>
          <a:xfrm flipV="1">
            <a:off x="11316689" y="10299704"/>
            <a:ext cx="264918" cy="1944663"/>
          </a:xfrm>
          <a:prstGeom prst="bentConnector2">
            <a:avLst/>
          </a:prstGeom>
          <a:ln w="50800">
            <a:solidFill>
              <a:srgbClr val="E3DD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/>
          <p:cNvCxnSpPr/>
          <p:nvPr/>
        </p:nvCxnSpPr>
        <p:spPr>
          <a:xfrm flipV="1">
            <a:off x="11581609" y="9755029"/>
            <a:ext cx="2244533" cy="545944"/>
          </a:xfrm>
          <a:prstGeom prst="bentConnector3">
            <a:avLst>
              <a:gd name="adj1" fmla="val 100031"/>
            </a:avLst>
          </a:prstGeom>
          <a:ln w="50800">
            <a:solidFill>
              <a:srgbClr val="E3DD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/>
          <p:cNvGrpSpPr/>
          <p:nvPr/>
        </p:nvGrpSpPr>
        <p:grpSpPr>
          <a:xfrm>
            <a:off x="23171575" y="10460719"/>
            <a:ext cx="2036672" cy="747640"/>
            <a:chOff x="4221106" y="1489872"/>
            <a:chExt cx="3395482" cy="773549"/>
          </a:xfrm>
        </p:grpSpPr>
        <p:sp>
          <p:nvSpPr>
            <p:cNvPr id="81" name="Rounded Rectangle 466"/>
            <p:cNvSpPr/>
            <p:nvPr>
              <p:custDataLst>
                <p:tags r:id="rId38"/>
              </p:custDataLst>
            </p:nvPr>
          </p:nvSpPr>
          <p:spPr>
            <a:xfrm>
              <a:off x="4379247" y="1489872"/>
              <a:ext cx="3237341" cy="77354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 </a:t>
              </a:r>
            </a:p>
          </p:txBody>
        </p:sp>
        <p:sp>
          <p:nvSpPr>
            <p:cNvPr id="82" name="TextBox 58"/>
            <p:cNvSpPr txBox="1"/>
            <p:nvPr/>
          </p:nvSpPr>
          <p:spPr>
            <a:xfrm>
              <a:off x="4221106" y="1737771"/>
              <a:ext cx="2962821" cy="310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sz="1350" b="1" i="1">
                  <a:solidFill>
                    <a:prstClr val="black"/>
                  </a:solidFill>
                  <a:latin typeface="Calibri" panose="020F0502020204030204"/>
                </a:rPr>
                <a:t>Semantic En</a:t>
              </a:r>
              <a:r>
                <a:rPr lang="en-US" altLang="zh-CN" sz="1350" b="1" i="1">
                  <a:solidFill>
                    <a:prstClr val="black"/>
                  </a:solidFill>
                  <a:latin typeface="Calibri" panose="020F0502020204030204"/>
                </a:rPr>
                <a:t>coder</a:t>
              </a:r>
              <a:endParaRPr lang="en-GB" sz="1350" b="1" i="1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83" name="Picture 82" descr="A network of circles and lines&#10;&#10;AI-generated content may be incorrect."/>
            <p:cNvPicPr>
              <a:picLocks noChangeAspect="1"/>
            </p:cNvPicPr>
            <p:nvPr/>
          </p:nvPicPr>
          <p:blipFill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16516" y="1700116"/>
              <a:ext cx="594128" cy="434244"/>
            </a:xfrm>
            <a:prstGeom prst="rect">
              <a:avLst/>
            </a:prstGeom>
          </p:spPr>
        </p:pic>
      </p:grpSp>
      <p:pic>
        <p:nvPicPr>
          <p:cNvPr id="164" name="Picture 163" descr="kafka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3538057" y="11375752"/>
            <a:ext cx="957092" cy="370262"/>
          </a:xfrm>
          <a:prstGeom prst="rect">
            <a:avLst/>
          </a:prstGeom>
        </p:spPr>
      </p:pic>
      <p:sp>
        <p:nvSpPr>
          <p:cNvPr id="165" name="Up Arrow 489"/>
          <p:cNvSpPr/>
          <p:nvPr/>
        </p:nvSpPr>
        <p:spPr>
          <a:xfrm rot="10800000">
            <a:off x="24498785" y="11307157"/>
            <a:ext cx="247627" cy="534705"/>
          </a:xfrm>
          <a:prstGeom prst="upArrow">
            <a:avLst/>
          </a:prstGeom>
          <a:solidFill>
            <a:srgbClr val="E3DD29"/>
          </a:solidFill>
          <a:ln>
            <a:solidFill>
              <a:srgbClr val="E3DD29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8" name="Up Arrow 50"/>
          <p:cNvSpPr/>
          <p:nvPr>
            <p:custDataLst>
              <p:tags r:id="rId22"/>
            </p:custDataLst>
          </p:nvPr>
        </p:nvSpPr>
        <p:spPr>
          <a:xfrm flipV="1">
            <a:off x="24154724" y="10223363"/>
            <a:ext cx="147851" cy="207868"/>
          </a:xfrm>
          <a:prstGeom prst="upArrow">
            <a:avLst>
              <a:gd name="adj1" fmla="val 50311"/>
              <a:gd name="adj2" fmla="val 50000"/>
            </a:avLst>
          </a:prstGeom>
          <a:solidFill>
            <a:srgbClr val="E3DD29"/>
          </a:solidFill>
          <a:ln>
            <a:solidFill>
              <a:srgbClr val="E3DD29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9" name="Up Arrow 489"/>
          <p:cNvSpPr/>
          <p:nvPr/>
        </p:nvSpPr>
        <p:spPr>
          <a:xfrm>
            <a:off x="14499710" y="9832037"/>
            <a:ext cx="264828" cy="631686"/>
          </a:xfrm>
          <a:prstGeom prst="upArrow">
            <a:avLst/>
          </a:prstGeom>
          <a:solidFill>
            <a:srgbClr val="E3DD29"/>
          </a:solidFill>
          <a:ln>
            <a:solidFill>
              <a:srgbClr val="E3DD29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0" name="Connector: Elbow 129"/>
          <p:cNvCxnSpPr/>
          <p:nvPr/>
        </p:nvCxnSpPr>
        <p:spPr>
          <a:xfrm rot="16200000" flipV="1">
            <a:off x="22135624" y="11156395"/>
            <a:ext cx="2009140" cy="319405"/>
          </a:xfrm>
          <a:prstGeom prst="bentConnector3">
            <a:avLst>
              <a:gd name="adj1" fmla="val -774"/>
            </a:avLst>
          </a:prstGeom>
          <a:ln w="50800">
            <a:solidFill>
              <a:srgbClr val="E3DD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65"/>
          <p:cNvCxnSpPr/>
          <p:nvPr/>
        </p:nvCxnSpPr>
        <p:spPr>
          <a:xfrm rot="10800000">
            <a:off x="20996434" y="9753680"/>
            <a:ext cx="1982470" cy="537845"/>
          </a:xfrm>
          <a:prstGeom prst="bentConnector3">
            <a:avLst>
              <a:gd name="adj1" fmla="val 100128"/>
            </a:avLst>
          </a:prstGeom>
          <a:ln w="50800">
            <a:solidFill>
              <a:srgbClr val="E3DD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25438894" y="10426143"/>
            <a:ext cx="925830" cy="2364740"/>
            <a:chOff x="32996" y="8580"/>
            <a:chExt cx="1458" cy="3724"/>
          </a:xfrm>
        </p:grpSpPr>
        <p:grpSp>
          <p:nvGrpSpPr>
            <p:cNvPr id="58" name="Group 57"/>
            <p:cNvGrpSpPr/>
            <p:nvPr/>
          </p:nvGrpSpPr>
          <p:grpSpPr>
            <a:xfrm>
              <a:off x="32996" y="8580"/>
              <a:ext cx="1458" cy="3724"/>
              <a:chOff x="3715" y="7500"/>
              <a:chExt cx="913" cy="2360"/>
            </a:xfrm>
          </p:grpSpPr>
          <p:cxnSp>
            <p:nvCxnSpPr>
              <p:cNvPr id="59" name="Straight Arrow Connector 58"/>
              <p:cNvCxnSpPr/>
              <p:nvPr/>
            </p:nvCxnSpPr>
            <p:spPr>
              <a:xfrm flipH="1" flipV="1">
                <a:off x="3715" y="7500"/>
                <a:ext cx="12" cy="2360"/>
              </a:xfrm>
              <a:prstGeom prst="straightConnector1">
                <a:avLst/>
              </a:prstGeom>
              <a:ln w="63500">
                <a:solidFill>
                  <a:srgbClr val="E3DD2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/>
              <p:nvPr/>
            </p:nvCxnSpPr>
            <p:spPr>
              <a:xfrm flipH="1">
                <a:off x="4610" y="7500"/>
                <a:ext cx="18" cy="2346"/>
              </a:xfrm>
              <a:prstGeom prst="straightConnector1">
                <a:avLst/>
              </a:prstGeom>
              <a:ln w="63500">
                <a:solidFill>
                  <a:srgbClr val="E3DD2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pic>
          <p:nvPicPr>
            <p:cNvPr id="172" name="Content Placeholder 72" descr="fc-apc"/>
            <p:cNvPicPr>
              <a:picLocks noChangeAspect="1"/>
            </p:cNvPicPr>
            <p:nvPr/>
          </p:nvPicPr>
          <p:blipFill>
            <a:blip r:embed="rId5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3124" y="9752"/>
              <a:ext cx="1218" cy="1218"/>
            </a:xfrm>
            <a:prstGeom prst="rect">
              <a:avLst/>
            </a:prstGeom>
          </p:spPr>
        </p:pic>
      </p:grpSp>
      <p:grpSp>
        <p:nvGrpSpPr>
          <p:cNvPr id="174" name="Group 173"/>
          <p:cNvGrpSpPr/>
          <p:nvPr/>
        </p:nvGrpSpPr>
        <p:grpSpPr>
          <a:xfrm>
            <a:off x="8211979" y="10400743"/>
            <a:ext cx="925830" cy="2364740"/>
            <a:chOff x="32996" y="8580"/>
            <a:chExt cx="1458" cy="3724"/>
          </a:xfrm>
        </p:grpSpPr>
        <p:grpSp>
          <p:nvGrpSpPr>
            <p:cNvPr id="175" name="Group 174"/>
            <p:cNvGrpSpPr/>
            <p:nvPr/>
          </p:nvGrpSpPr>
          <p:grpSpPr>
            <a:xfrm>
              <a:off x="32996" y="8580"/>
              <a:ext cx="1458" cy="3724"/>
              <a:chOff x="3715" y="7500"/>
              <a:chExt cx="913" cy="2360"/>
            </a:xfrm>
          </p:grpSpPr>
          <p:cxnSp>
            <p:nvCxnSpPr>
              <p:cNvPr id="176" name="Straight Arrow Connector 175"/>
              <p:cNvCxnSpPr/>
              <p:nvPr/>
            </p:nvCxnSpPr>
            <p:spPr>
              <a:xfrm flipH="1">
                <a:off x="3715" y="7500"/>
                <a:ext cx="12" cy="2360"/>
              </a:xfrm>
              <a:prstGeom prst="straightConnector1">
                <a:avLst/>
              </a:prstGeom>
              <a:ln w="63500">
                <a:solidFill>
                  <a:srgbClr val="E3DD2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/>
              <p:cNvCxnSpPr/>
              <p:nvPr/>
            </p:nvCxnSpPr>
            <p:spPr>
              <a:xfrm flipH="1" flipV="1">
                <a:off x="4610" y="7500"/>
                <a:ext cx="18" cy="2346"/>
              </a:xfrm>
              <a:prstGeom prst="straightConnector1">
                <a:avLst/>
              </a:prstGeom>
              <a:ln w="63500">
                <a:solidFill>
                  <a:srgbClr val="E3DD2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pic>
          <p:nvPicPr>
            <p:cNvPr id="178" name="Content Placeholder 72" descr="fc-apc"/>
            <p:cNvPicPr>
              <a:picLocks noChangeAspect="1"/>
            </p:cNvPicPr>
            <p:nvPr/>
          </p:nvPicPr>
          <p:blipFill>
            <a:blip r:embed="rId5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3124" y="9752"/>
              <a:ext cx="1218" cy="1218"/>
            </a:xfrm>
            <a:prstGeom prst="rect">
              <a:avLst/>
            </a:prstGeom>
          </p:spPr>
        </p:pic>
      </p:grpSp>
      <p:grpSp>
        <p:nvGrpSpPr>
          <p:cNvPr id="88" name="Group 87"/>
          <p:cNvGrpSpPr/>
          <p:nvPr/>
        </p:nvGrpSpPr>
        <p:grpSpPr>
          <a:xfrm>
            <a:off x="23171277" y="11919440"/>
            <a:ext cx="2036672" cy="747640"/>
            <a:chOff x="4221106" y="1489872"/>
            <a:chExt cx="3395482" cy="773549"/>
          </a:xfrm>
        </p:grpSpPr>
        <p:sp>
          <p:nvSpPr>
            <p:cNvPr id="129" name="Rounded Rectangle 466"/>
            <p:cNvSpPr/>
            <p:nvPr>
              <p:custDataLst>
                <p:tags r:id="rId37"/>
              </p:custDataLst>
            </p:nvPr>
          </p:nvSpPr>
          <p:spPr>
            <a:xfrm>
              <a:off x="4379247" y="1489872"/>
              <a:ext cx="3237341" cy="77354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GB" sz="1600" b="1">
                  <a:solidFill>
                    <a:prstClr val="black"/>
                  </a:solidFill>
                  <a:latin typeface="Calibri" panose="020F0502020204030204"/>
                </a:rPr>
                <a:t> </a:t>
              </a:r>
            </a:p>
          </p:txBody>
        </p:sp>
        <p:sp>
          <p:nvSpPr>
            <p:cNvPr id="162" name="TextBox 58"/>
            <p:cNvSpPr txBox="1"/>
            <p:nvPr/>
          </p:nvSpPr>
          <p:spPr>
            <a:xfrm>
              <a:off x="4221106" y="1737771"/>
              <a:ext cx="2962821" cy="310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sz="1350" b="1" i="1">
                  <a:solidFill>
                    <a:prstClr val="black"/>
                  </a:solidFill>
                  <a:latin typeface="Calibri" panose="020F0502020204030204"/>
                </a:rPr>
                <a:t>Semantic De</a:t>
              </a:r>
              <a:r>
                <a:rPr lang="en-US" altLang="zh-CN" sz="1350" b="1" i="1">
                  <a:solidFill>
                    <a:prstClr val="black"/>
                  </a:solidFill>
                  <a:latin typeface="Calibri" panose="020F0502020204030204"/>
                </a:rPr>
                <a:t>coder</a:t>
              </a:r>
              <a:endParaRPr lang="en-GB" sz="1350" b="1" i="1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63" name="Picture 162" descr="A network of circles and lines&#10;&#10;AI-generated content may be incorrect."/>
            <p:cNvPicPr>
              <a:picLocks noChangeAspect="1"/>
            </p:cNvPicPr>
            <p:nvPr/>
          </p:nvPicPr>
          <p:blipFill>
            <a:blip r:embed="rId6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16516" y="1700116"/>
              <a:ext cx="594128" cy="434244"/>
            </a:xfrm>
            <a:prstGeom prst="rect">
              <a:avLst/>
            </a:prstGeom>
          </p:spPr>
        </p:pic>
      </p:grpSp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243" y="8041504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66"/>
          <a:srcRect l="21175" t="18134" r="21183" b="18638"/>
          <a:stretch>
            <a:fillRect/>
          </a:stretch>
        </p:blipFill>
        <p:spPr>
          <a:xfrm flipH="1">
            <a:off x="12286544" y="7954656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TextBox 58"/>
          <p:cNvSpPr txBox="1"/>
          <p:nvPr/>
        </p:nvSpPr>
        <p:spPr>
          <a:xfrm>
            <a:off x="11154064" y="8277205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70" name="Text Box 69"/>
          <p:cNvSpPr txBox="1"/>
          <p:nvPr/>
        </p:nvSpPr>
        <p:spPr>
          <a:xfrm>
            <a:off x="22128713" y="9010271"/>
            <a:ext cx="255722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 dirty="0">
                <a:solidFill>
                  <a:srgbClr val="FF0000"/>
                </a:solidFill>
              </a:rPr>
              <a:t>Wireless</a:t>
            </a:r>
            <a:r>
              <a:rPr lang="en-US" altLang="en-GB" sz="1600" b="1" dirty="0">
                <a:solidFill>
                  <a:srgbClr val="FF0000"/>
                </a:solidFill>
              </a:rPr>
              <a:t> Access Network 2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22673232" y="9382962"/>
            <a:ext cx="645135" cy="617595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3469933" y="9374555"/>
            <a:ext cx="679813" cy="626003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56">
              <a:extLst>
                <a:ext uri="{BEBA8EAE-BF5A-486C-A8C5-ECC9F3942E4B}">
                  <a14:imgProps xmlns:a14="http://schemas.microsoft.com/office/drawing/2010/main">
                    <a14:imgLayer r:embed="rId57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21886291" y="9376770"/>
            <a:ext cx="649985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6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61">
              <a:extLst>
                <a:ext uri="{BEBA8EAE-BF5A-486C-A8C5-ECC9F3942E4B}">
                  <a14:imgProps xmlns:a14="http://schemas.microsoft.com/office/drawing/2010/main">
                    <a14:imgLayer r:embed="rId62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25"/>
            </p:custDataLst>
          </p:nvPr>
        </p:nvSpPr>
        <p:spPr>
          <a:xfrm>
            <a:off x="22256958" y="8701741"/>
            <a:ext cx="1019332" cy="296591"/>
          </a:xfrm>
          <a:prstGeom prst="roundRect">
            <a:avLst/>
          </a:prstGeom>
          <a:solidFill>
            <a:srgbClr val="B38DD9"/>
          </a:solidFill>
          <a:ln>
            <a:solidFill>
              <a:srgbClr val="B38DD9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203" name="Rounded Rectangle 202"/>
          <p:cNvSpPr/>
          <p:nvPr>
            <p:custDataLst>
              <p:tags r:id="rId26"/>
            </p:custDataLst>
          </p:nvPr>
        </p:nvSpPr>
        <p:spPr>
          <a:xfrm>
            <a:off x="21860065" y="7646749"/>
            <a:ext cx="1700086" cy="10065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8" name="Rounded Rectangle 207"/>
          <p:cNvSpPr/>
          <p:nvPr>
            <p:custDataLst>
              <p:tags r:id="rId27"/>
            </p:custDataLst>
          </p:nvPr>
        </p:nvSpPr>
        <p:spPr>
          <a:xfrm>
            <a:off x="25292478" y="7646206"/>
            <a:ext cx="1117803" cy="10065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" name="Rounded Rectangle 1"/>
          <p:cNvSpPr/>
          <p:nvPr/>
        </p:nvSpPr>
        <p:spPr>
          <a:xfrm>
            <a:off x="23743493" y="7643451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3660632" y="7652089"/>
            <a:ext cx="154133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GB" sz="1350" b="1" i="1" dirty="0">
                <a:solidFill>
                  <a:prstClr val="black"/>
                </a:solidFill>
                <a:latin typeface="Calibri" panose="020F0502020204030204"/>
              </a:rPr>
              <a:t>Wireless Network </a:t>
            </a:r>
            <a:r>
              <a:rPr lang="en-GB" sz="1350" b="1" i="1" dirty="0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 dirty="0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7728" y="8166149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5324279" y="9054346"/>
            <a:ext cx="110903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5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5534882" y="9509711"/>
            <a:ext cx="612234" cy="446474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5450117" y="9056811"/>
            <a:ext cx="11670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 dirty="0">
                <a:solidFill>
                  <a:prstClr val="black"/>
                </a:solidFill>
                <a:latin typeface="Calibri" panose="020F0502020204030204"/>
              </a:rPr>
              <a:t>Network Controller</a:t>
            </a:r>
            <a:endParaRPr lang="en-GB" sz="1350" b="1" i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5330" y="787558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8"/>
            </p:custDataLst>
          </p:nvPr>
        </p:nvSpPr>
        <p:spPr>
          <a:xfrm rot="10800000" flipV="1">
            <a:off x="23323944" y="867277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9"/>
            </p:custDataLst>
          </p:nvPr>
        </p:nvSpPr>
        <p:spPr>
          <a:xfrm rot="10800000" flipV="1">
            <a:off x="22034140" y="8672872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4270416" y="9374555"/>
            <a:ext cx="700317" cy="606419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6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3561424" y="7969259"/>
            <a:ext cx="191164" cy="311198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643195" y="8664566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" name="Rounded Rectangle 64"/>
          <p:cNvSpPr/>
          <p:nvPr/>
        </p:nvSpPr>
        <p:spPr>
          <a:xfrm>
            <a:off x="21836619" y="9074733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0"/>
            </p:custDataLst>
          </p:nvPr>
        </p:nvSpPr>
        <p:spPr>
          <a:xfrm>
            <a:off x="23586532" y="8695793"/>
            <a:ext cx="1019332" cy="29659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Monitoring</a:t>
            </a:r>
          </a:p>
        </p:txBody>
      </p:sp>
      <p:sp>
        <p:nvSpPr>
          <p:cNvPr id="204" name="Up-Down Arrow 203"/>
          <p:cNvSpPr/>
          <p:nvPr>
            <p:custDataLst>
              <p:tags r:id="rId31"/>
            </p:custDataLst>
          </p:nvPr>
        </p:nvSpPr>
        <p:spPr>
          <a:xfrm rot="5400000">
            <a:off x="25057859" y="9541214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3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838" y="8059393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66"/>
          <a:srcRect l="21175" t="18134" r="21183" b="18638"/>
          <a:stretch>
            <a:fillRect/>
          </a:stretch>
        </p:blipFill>
        <p:spPr>
          <a:xfrm flipH="1">
            <a:off x="23107139" y="7972546"/>
            <a:ext cx="405848" cy="44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Content Placeholder 6" descr="AI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6"/>
          <a:srcRect l="6136" t="12740" r="7307" b="48688"/>
          <a:stretch>
            <a:fillRect/>
          </a:stretch>
        </p:blipFill>
        <p:spPr>
          <a:xfrm>
            <a:off x="25316614" y="7759077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46"/>
          <a:srcRect l="6136" t="57393" r="7307" b="19059"/>
          <a:stretch>
            <a:fillRect/>
          </a:stretch>
        </p:blipFill>
        <p:spPr>
          <a:xfrm>
            <a:off x="25316615" y="8105217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49">
            <a:biLevel thresh="75000"/>
          </a:blip>
          <a:srcRect l="31745" t="20627" r="32042" b="24564"/>
          <a:stretch>
            <a:fillRect/>
          </a:stretch>
        </p:blipFill>
        <p:spPr>
          <a:xfrm>
            <a:off x="25987158" y="7726680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TextBox 58"/>
          <p:cNvSpPr txBox="1"/>
          <p:nvPr/>
        </p:nvSpPr>
        <p:spPr>
          <a:xfrm>
            <a:off x="25316612" y="8349408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21974659" y="8324127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12BE289-4541-0E30-ADEB-45D054F5DEC8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120846" y="10810907"/>
            <a:ext cx="1233071" cy="565999"/>
          </a:xfrm>
          <a:prstGeom prst="rect">
            <a:avLst/>
          </a:prstGeom>
        </p:spPr>
      </p:pic>
      <p:pic>
        <p:nvPicPr>
          <p:cNvPr id="57" name="Picture 2" descr="InfluxDB – Logos Download">
            <a:extLst>
              <a:ext uri="{FF2B5EF4-FFF2-40B4-BE49-F238E27FC236}">
                <a16:creationId xmlns:a16="http://schemas.microsoft.com/office/drawing/2014/main" id="{98B10B38-AED7-B0C5-CF91-17ADE42D3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224" y="11254519"/>
            <a:ext cx="1275495" cy="2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InfluxDB – Logos Download">
            <a:extLst>
              <a:ext uri="{FF2B5EF4-FFF2-40B4-BE49-F238E27FC236}">
                <a16:creationId xmlns:a16="http://schemas.microsoft.com/office/drawing/2014/main" id="{E78A0694-2063-54D8-3275-95FFFFEB6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166" y="11268848"/>
            <a:ext cx="1275495" cy="2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InfluxDB – Logos Download">
            <a:extLst>
              <a:ext uri="{FF2B5EF4-FFF2-40B4-BE49-F238E27FC236}">
                <a16:creationId xmlns:a16="http://schemas.microsoft.com/office/drawing/2014/main" id="{EAB83068-CF1D-857D-64C7-229C4812B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7878" y="11281449"/>
            <a:ext cx="1275495" cy="2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2" name="Picture 461">
            <a:extLst>
              <a:ext uri="{FF2B5EF4-FFF2-40B4-BE49-F238E27FC236}">
                <a16:creationId xmlns:a16="http://schemas.microsoft.com/office/drawing/2014/main" id="{A16A7104-A135-749E-422C-814ADFBA3FB5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4716519" y="10813176"/>
            <a:ext cx="1233071" cy="565999"/>
          </a:xfrm>
          <a:prstGeom prst="rect">
            <a:avLst/>
          </a:prstGeom>
        </p:spPr>
      </p:pic>
      <p:pic>
        <p:nvPicPr>
          <p:cNvPr id="463" name="Picture 462">
            <a:extLst>
              <a:ext uri="{FF2B5EF4-FFF2-40B4-BE49-F238E27FC236}">
                <a16:creationId xmlns:a16="http://schemas.microsoft.com/office/drawing/2014/main" id="{0742D46C-BC0B-A899-E21B-A5D2DB2F97A2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7992007" y="10772376"/>
            <a:ext cx="1233071" cy="565999"/>
          </a:xfrm>
          <a:prstGeom prst="rect">
            <a:avLst/>
          </a:prstGeom>
        </p:spPr>
      </p:pic>
      <p:pic>
        <p:nvPicPr>
          <p:cNvPr id="467" name="Picture 466">
            <a:extLst>
              <a:ext uri="{FF2B5EF4-FFF2-40B4-BE49-F238E27FC236}">
                <a16:creationId xmlns:a16="http://schemas.microsoft.com/office/drawing/2014/main" id="{0226D026-A1E4-8DF5-91E5-21B71DE22ABA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0571233" y="10799762"/>
            <a:ext cx="1233071" cy="565999"/>
          </a:xfrm>
          <a:prstGeom prst="rect">
            <a:avLst/>
          </a:prstGeom>
        </p:spPr>
      </p:pic>
      <p:pic>
        <p:nvPicPr>
          <p:cNvPr id="468" name="Picture 467">
            <a:extLst>
              <a:ext uri="{FF2B5EF4-FFF2-40B4-BE49-F238E27FC236}">
                <a16:creationId xmlns:a16="http://schemas.microsoft.com/office/drawing/2014/main" id="{0BE957D2-BB82-7771-690E-01B5FF90EB7A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1288160" y="7630968"/>
            <a:ext cx="1043794" cy="479118"/>
          </a:xfrm>
          <a:prstGeom prst="rect">
            <a:avLst/>
          </a:prstGeom>
        </p:spPr>
      </p:pic>
      <p:pic>
        <p:nvPicPr>
          <p:cNvPr id="483" name="Picture 482">
            <a:extLst>
              <a:ext uri="{FF2B5EF4-FFF2-40B4-BE49-F238E27FC236}">
                <a16:creationId xmlns:a16="http://schemas.microsoft.com/office/drawing/2014/main" id="{C1FFBFDD-1F17-242A-8C9C-8E83FA7CA1D9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2059448" y="7650324"/>
            <a:ext cx="1043794" cy="479118"/>
          </a:xfrm>
          <a:prstGeom prst="rect">
            <a:avLst/>
          </a:prstGeom>
        </p:spPr>
      </p:pic>
      <p:sp>
        <p:nvSpPr>
          <p:cNvPr id="496" name="Rounded Rectangle 471">
            <a:extLst>
              <a:ext uri="{FF2B5EF4-FFF2-40B4-BE49-F238E27FC236}">
                <a16:creationId xmlns:a16="http://schemas.microsoft.com/office/drawing/2014/main" id="{2857BAFC-784E-F311-35B5-5275375030C1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8941625" y="11734371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ABA0763C-ADE5-CFC4-59D9-BCDAE304E675}"/>
              </a:ext>
            </a:extLst>
          </p:cNvPr>
          <p:cNvGrpSpPr/>
          <p:nvPr/>
        </p:nvGrpSpPr>
        <p:grpSpPr>
          <a:xfrm>
            <a:off x="12546409" y="13088057"/>
            <a:ext cx="820546" cy="1528045"/>
            <a:chOff x="8432" y="10615"/>
            <a:chExt cx="1292" cy="2406"/>
          </a:xfrm>
        </p:grpSpPr>
        <p:cxnSp>
          <p:nvCxnSpPr>
            <p:cNvPr id="507" name="Elbow Connector 398">
              <a:extLst>
                <a:ext uri="{FF2B5EF4-FFF2-40B4-BE49-F238E27FC236}">
                  <a16:creationId xmlns:a16="http://schemas.microsoft.com/office/drawing/2014/main" id="{286D3724-FE23-F899-07CB-425D8750EF36}"/>
                </a:ext>
              </a:extLst>
            </p:cNvPr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7" name="Elbow Connector 395">
              <a:extLst>
                <a:ext uri="{FF2B5EF4-FFF2-40B4-BE49-F238E27FC236}">
                  <a16:creationId xmlns:a16="http://schemas.microsoft.com/office/drawing/2014/main" id="{0D3563A0-BD38-4625-9511-23176BCB9F18}"/>
                </a:ext>
              </a:extLst>
            </p:cNvPr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9" name="Elbow Connector 396">
              <a:extLst>
                <a:ext uri="{FF2B5EF4-FFF2-40B4-BE49-F238E27FC236}">
                  <a16:creationId xmlns:a16="http://schemas.microsoft.com/office/drawing/2014/main" id="{195AF92D-7F46-D4CD-581A-0ABDFFBA8060}"/>
                </a:ext>
              </a:extLst>
            </p:cNvPr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0" name="Triangle 42">
              <a:extLst>
                <a:ext uri="{FF2B5EF4-FFF2-40B4-BE49-F238E27FC236}">
                  <a16:creationId xmlns:a16="http://schemas.microsoft.com/office/drawing/2014/main" id="{EB7562B0-03D9-8BA6-5388-D3CC77817323}"/>
                </a:ext>
              </a:extLst>
            </p:cNvPr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81" name="Elbow Connector 399">
              <a:extLst>
                <a:ext uri="{FF2B5EF4-FFF2-40B4-BE49-F238E27FC236}">
                  <a16:creationId xmlns:a16="http://schemas.microsoft.com/office/drawing/2014/main" id="{81541EE0-7457-2682-E060-2D80A0056924}"/>
                </a:ext>
              </a:extLst>
            </p:cNvPr>
            <p:cNvCxnSpPr>
              <a:stCxn id="188" idx="3"/>
              <a:endCxn id="180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82" name="Group 16">
              <a:extLst>
                <a:ext uri="{FF2B5EF4-FFF2-40B4-BE49-F238E27FC236}">
                  <a16:creationId xmlns:a16="http://schemas.microsoft.com/office/drawing/2014/main" id="{2DE597D5-39E3-8294-EDF6-15D1054307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84" name="AutoShape 15">
                <a:extLst>
                  <a:ext uri="{FF2B5EF4-FFF2-40B4-BE49-F238E27FC236}">
                    <a16:creationId xmlns:a16="http://schemas.microsoft.com/office/drawing/2014/main" id="{2D6ADCD1-A47D-A6BE-BDF7-45B9C182D77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Rectangle 17">
                <a:extLst>
                  <a:ext uri="{FF2B5EF4-FFF2-40B4-BE49-F238E27FC236}">
                    <a16:creationId xmlns:a16="http://schemas.microsoft.com/office/drawing/2014/main" id="{55D84FD6-721A-6E8E-4397-D926685FE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" name="Rectangle 18">
                <a:extLst>
                  <a:ext uri="{FF2B5EF4-FFF2-40B4-BE49-F238E27FC236}">
                    <a16:creationId xmlns:a16="http://schemas.microsoft.com/office/drawing/2014/main" id="{942FE35B-32E8-EED1-784F-808D248DD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" name="Freeform 19">
                <a:extLst>
                  <a:ext uri="{FF2B5EF4-FFF2-40B4-BE49-F238E27FC236}">
                    <a16:creationId xmlns:a16="http://schemas.microsoft.com/office/drawing/2014/main" id="{8157D681-02E0-8E85-F6B2-23FB2A428750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" name="Freeform 20">
                <a:extLst>
                  <a:ext uri="{FF2B5EF4-FFF2-40B4-BE49-F238E27FC236}">
                    <a16:creationId xmlns:a16="http://schemas.microsoft.com/office/drawing/2014/main" id="{B23884F4-35E5-03C6-DDCE-915918EDF99B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Freeform 21">
                <a:extLst>
                  <a:ext uri="{FF2B5EF4-FFF2-40B4-BE49-F238E27FC236}">
                    <a16:creationId xmlns:a16="http://schemas.microsoft.com/office/drawing/2014/main" id="{BFBAF1E5-9052-FB4C-3FA1-BFC42D3ECCCD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Freeform 22">
                <a:extLst>
                  <a:ext uri="{FF2B5EF4-FFF2-40B4-BE49-F238E27FC236}">
                    <a16:creationId xmlns:a16="http://schemas.microsoft.com/office/drawing/2014/main" id="{FA670FB2-5D33-26AF-182F-5F46EBECFE48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1" name="Group 27">
                <a:extLst>
                  <a:ext uri="{FF2B5EF4-FFF2-40B4-BE49-F238E27FC236}">
                    <a16:creationId xmlns:a16="http://schemas.microsoft.com/office/drawing/2014/main" id="{AE13D679-CAE7-0718-4784-14752B6B4327}"/>
                  </a:ext>
                </a:extLst>
              </p:cNvPr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94" name="Freeform 23">
                  <a:extLst>
                    <a:ext uri="{FF2B5EF4-FFF2-40B4-BE49-F238E27FC236}">
                      <a16:creationId xmlns:a16="http://schemas.microsoft.com/office/drawing/2014/main" id="{DD8D9F76-F415-A915-8E80-262BAA4C9EBD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Freeform 24">
                  <a:extLst>
                    <a:ext uri="{FF2B5EF4-FFF2-40B4-BE49-F238E27FC236}">
                      <a16:creationId xmlns:a16="http://schemas.microsoft.com/office/drawing/2014/main" id="{3D8EF961-0466-2420-4458-77578B3D9311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Freeform 25">
                  <a:extLst>
                    <a:ext uri="{FF2B5EF4-FFF2-40B4-BE49-F238E27FC236}">
                      <a16:creationId xmlns:a16="http://schemas.microsoft.com/office/drawing/2014/main" id="{21F32ADF-0E96-AA53-0D12-6C685F378D2F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Freeform 26">
                  <a:extLst>
                    <a:ext uri="{FF2B5EF4-FFF2-40B4-BE49-F238E27FC236}">
                      <a16:creationId xmlns:a16="http://schemas.microsoft.com/office/drawing/2014/main" id="{BC57CD4A-276C-1DF1-8CD5-911D6115FA23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83" name="Triangle 42">
              <a:extLst>
                <a:ext uri="{FF2B5EF4-FFF2-40B4-BE49-F238E27FC236}">
                  <a16:creationId xmlns:a16="http://schemas.microsoft.com/office/drawing/2014/main" id="{412A15E7-6567-107A-DBD9-318E2AE27287}"/>
                </a:ext>
              </a:extLst>
            </p:cNvPr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328833E-605D-C58B-9CDC-DE53DC761E6B}"/>
              </a:ext>
            </a:extLst>
          </p:cNvPr>
          <p:cNvGrpSpPr/>
          <p:nvPr/>
        </p:nvGrpSpPr>
        <p:grpSpPr>
          <a:xfrm>
            <a:off x="23445993" y="13116937"/>
            <a:ext cx="820546" cy="1528045"/>
            <a:chOff x="8432" y="10615"/>
            <a:chExt cx="1292" cy="2406"/>
          </a:xfrm>
        </p:grpSpPr>
        <p:cxnSp>
          <p:nvCxnSpPr>
            <p:cNvPr id="199" name="Elbow Connector 398">
              <a:extLst>
                <a:ext uri="{FF2B5EF4-FFF2-40B4-BE49-F238E27FC236}">
                  <a16:creationId xmlns:a16="http://schemas.microsoft.com/office/drawing/2014/main" id="{823DECE5-785D-2967-7E4C-D52A3DF9CB0E}"/>
                </a:ext>
              </a:extLst>
            </p:cNvPr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1" name="Elbow Connector 395">
              <a:extLst>
                <a:ext uri="{FF2B5EF4-FFF2-40B4-BE49-F238E27FC236}">
                  <a16:creationId xmlns:a16="http://schemas.microsoft.com/office/drawing/2014/main" id="{1DF52792-1EE2-4ED4-0C5C-91A0791262A1}"/>
                </a:ext>
              </a:extLst>
            </p:cNvPr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3" name="Elbow Connector 396">
              <a:extLst>
                <a:ext uri="{FF2B5EF4-FFF2-40B4-BE49-F238E27FC236}">
                  <a16:creationId xmlns:a16="http://schemas.microsoft.com/office/drawing/2014/main" id="{80F502F3-DE29-204A-1213-D95CE67DB0DE}"/>
                </a:ext>
              </a:extLst>
            </p:cNvPr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5" name="Triangle 42">
              <a:extLst>
                <a:ext uri="{FF2B5EF4-FFF2-40B4-BE49-F238E27FC236}">
                  <a16:creationId xmlns:a16="http://schemas.microsoft.com/office/drawing/2014/main" id="{0BE232D5-C5D7-EAB2-899E-E81D7398E3AF}"/>
                </a:ext>
              </a:extLst>
            </p:cNvPr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216" name="Elbow Connector 399">
              <a:extLst>
                <a:ext uri="{FF2B5EF4-FFF2-40B4-BE49-F238E27FC236}">
                  <a16:creationId xmlns:a16="http://schemas.microsoft.com/office/drawing/2014/main" id="{0C35A807-3E62-DB35-8305-DDCA81129EF8}"/>
                </a:ext>
              </a:extLst>
            </p:cNvPr>
            <p:cNvCxnSpPr>
              <a:stCxn id="223" idx="3"/>
              <a:endCxn id="215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17" name="Group 16">
              <a:extLst>
                <a:ext uri="{FF2B5EF4-FFF2-40B4-BE49-F238E27FC236}">
                  <a16:creationId xmlns:a16="http://schemas.microsoft.com/office/drawing/2014/main" id="{10FFFB84-5AF2-4976-A1BC-D0A32DA9B7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19" name="AutoShape 15">
                <a:extLst>
                  <a:ext uri="{FF2B5EF4-FFF2-40B4-BE49-F238E27FC236}">
                    <a16:creationId xmlns:a16="http://schemas.microsoft.com/office/drawing/2014/main" id="{C175C85B-47E1-04CD-6025-74770FA43BFA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0" name="Rectangle 17">
                <a:extLst>
                  <a:ext uri="{FF2B5EF4-FFF2-40B4-BE49-F238E27FC236}">
                    <a16:creationId xmlns:a16="http://schemas.microsoft.com/office/drawing/2014/main" id="{E36F9B0C-7FAA-719E-6473-AC1BCB980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1" name="Rectangle 18">
                <a:extLst>
                  <a:ext uri="{FF2B5EF4-FFF2-40B4-BE49-F238E27FC236}">
                    <a16:creationId xmlns:a16="http://schemas.microsoft.com/office/drawing/2014/main" id="{92D5BB0F-6802-E09B-E813-D61B77F1A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2" name="Freeform 19">
                <a:extLst>
                  <a:ext uri="{FF2B5EF4-FFF2-40B4-BE49-F238E27FC236}">
                    <a16:creationId xmlns:a16="http://schemas.microsoft.com/office/drawing/2014/main" id="{2EE16BD3-9766-0691-5723-E4C8C1045866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3" name="Freeform 20">
                <a:extLst>
                  <a:ext uri="{FF2B5EF4-FFF2-40B4-BE49-F238E27FC236}">
                    <a16:creationId xmlns:a16="http://schemas.microsoft.com/office/drawing/2014/main" id="{096F0DF7-BC25-E3D3-B764-8A6DE80B5858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4" name="Freeform 21">
                <a:extLst>
                  <a:ext uri="{FF2B5EF4-FFF2-40B4-BE49-F238E27FC236}">
                    <a16:creationId xmlns:a16="http://schemas.microsoft.com/office/drawing/2014/main" id="{481E3D53-FBD6-31F9-E02E-74DEB7983336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5" name="Freeform 22">
                <a:extLst>
                  <a:ext uri="{FF2B5EF4-FFF2-40B4-BE49-F238E27FC236}">
                    <a16:creationId xmlns:a16="http://schemas.microsoft.com/office/drawing/2014/main" id="{51A07B30-799B-245D-9CC8-CB69F3F0A149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8" name="Group 27">
                <a:extLst>
                  <a:ext uri="{FF2B5EF4-FFF2-40B4-BE49-F238E27FC236}">
                    <a16:creationId xmlns:a16="http://schemas.microsoft.com/office/drawing/2014/main" id="{F91B30DA-804D-8DC6-CDF7-9A806B14A831}"/>
                  </a:ext>
                </a:extLst>
              </p:cNvPr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30" name="Freeform 23">
                  <a:extLst>
                    <a:ext uri="{FF2B5EF4-FFF2-40B4-BE49-F238E27FC236}">
                      <a16:creationId xmlns:a16="http://schemas.microsoft.com/office/drawing/2014/main" id="{40672316-DF8B-3F70-1726-04C01B54C364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1" name="Freeform 24">
                  <a:extLst>
                    <a:ext uri="{FF2B5EF4-FFF2-40B4-BE49-F238E27FC236}">
                      <a16:creationId xmlns:a16="http://schemas.microsoft.com/office/drawing/2014/main" id="{0A414FB4-90B5-29EA-90FD-FA760C49CC85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2" name="Freeform 25">
                  <a:extLst>
                    <a:ext uri="{FF2B5EF4-FFF2-40B4-BE49-F238E27FC236}">
                      <a16:creationId xmlns:a16="http://schemas.microsoft.com/office/drawing/2014/main" id="{453AF40A-8934-9684-9CC8-C37652EE13D4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3" name="Freeform 26">
                  <a:extLst>
                    <a:ext uri="{FF2B5EF4-FFF2-40B4-BE49-F238E27FC236}">
                      <a16:creationId xmlns:a16="http://schemas.microsoft.com/office/drawing/2014/main" id="{CAB561B9-F567-DD3D-845D-8990A02885EB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8" name="Triangle 42">
              <a:extLst>
                <a:ext uri="{FF2B5EF4-FFF2-40B4-BE49-F238E27FC236}">
                  <a16:creationId xmlns:a16="http://schemas.microsoft.com/office/drawing/2014/main" id="{A6E79D08-471B-E702-FED0-AF7D96D10B33}"/>
                </a:ext>
              </a:extLst>
            </p:cNvPr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045136D-E4FA-C1C5-C121-184E0E621A84}"/>
              </a:ext>
            </a:extLst>
          </p:cNvPr>
          <p:cNvGrpSpPr/>
          <p:nvPr/>
        </p:nvGrpSpPr>
        <p:grpSpPr>
          <a:xfrm>
            <a:off x="15043922" y="13143565"/>
            <a:ext cx="820546" cy="1528045"/>
            <a:chOff x="8432" y="10615"/>
            <a:chExt cx="1292" cy="2406"/>
          </a:xfrm>
        </p:grpSpPr>
        <p:cxnSp>
          <p:nvCxnSpPr>
            <p:cNvPr id="235" name="Elbow Connector 398">
              <a:extLst>
                <a:ext uri="{FF2B5EF4-FFF2-40B4-BE49-F238E27FC236}">
                  <a16:creationId xmlns:a16="http://schemas.microsoft.com/office/drawing/2014/main" id="{F655AC98-F4DC-0C83-DBBF-BA9B6EF2B67A}"/>
                </a:ext>
              </a:extLst>
            </p:cNvPr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6" name="Elbow Connector 395">
              <a:extLst>
                <a:ext uri="{FF2B5EF4-FFF2-40B4-BE49-F238E27FC236}">
                  <a16:creationId xmlns:a16="http://schemas.microsoft.com/office/drawing/2014/main" id="{971C88BC-3C5A-A0F0-DCA4-B589A26435B1}"/>
                </a:ext>
              </a:extLst>
            </p:cNvPr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7" name="Elbow Connector 396">
              <a:extLst>
                <a:ext uri="{FF2B5EF4-FFF2-40B4-BE49-F238E27FC236}">
                  <a16:creationId xmlns:a16="http://schemas.microsoft.com/office/drawing/2014/main" id="{10961E5D-36FA-EC1F-38B7-50132AF1480E}"/>
                </a:ext>
              </a:extLst>
            </p:cNvPr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8" name="Triangle 42">
              <a:extLst>
                <a:ext uri="{FF2B5EF4-FFF2-40B4-BE49-F238E27FC236}">
                  <a16:creationId xmlns:a16="http://schemas.microsoft.com/office/drawing/2014/main" id="{436AD723-2070-372C-6442-0FBAEFF73FE9}"/>
                </a:ext>
              </a:extLst>
            </p:cNvPr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240" name="Elbow Connector 399">
              <a:extLst>
                <a:ext uri="{FF2B5EF4-FFF2-40B4-BE49-F238E27FC236}">
                  <a16:creationId xmlns:a16="http://schemas.microsoft.com/office/drawing/2014/main" id="{C156AF59-6D24-E711-0CBB-04D2FEB68D31}"/>
                </a:ext>
              </a:extLst>
            </p:cNvPr>
            <p:cNvCxnSpPr>
              <a:stCxn id="249" idx="3"/>
              <a:endCxn id="23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42" name="Group 16">
              <a:extLst>
                <a:ext uri="{FF2B5EF4-FFF2-40B4-BE49-F238E27FC236}">
                  <a16:creationId xmlns:a16="http://schemas.microsoft.com/office/drawing/2014/main" id="{EB1985D1-9173-E9D6-F782-F848B536BC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45" name="AutoShape 15">
                <a:extLst>
                  <a:ext uri="{FF2B5EF4-FFF2-40B4-BE49-F238E27FC236}">
                    <a16:creationId xmlns:a16="http://schemas.microsoft.com/office/drawing/2014/main" id="{AA724868-B264-AC3E-CA8A-D1D3F45B620E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6" name="Rectangle 17">
                <a:extLst>
                  <a:ext uri="{FF2B5EF4-FFF2-40B4-BE49-F238E27FC236}">
                    <a16:creationId xmlns:a16="http://schemas.microsoft.com/office/drawing/2014/main" id="{537091E6-1A84-C512-66A0-DF413C08B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7" name="Rectangle 18">
                <a:extLst>
                  <a:ext uri="{FF2B5EF4-FFF2-40B4-BE49-F238E27FC236}">
                    <a16:creationId xmlns:a16="http://schemas.microsoft.com/office/drawing/2014/main" id="{1A7D1FA8-78C7-ACCB-EDED-4BFB84D09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8" name="Freeform 19">
                <a:extLst>
                  <a:ext uri="{FF2B5EF4-FFF2-40B4-BE49-F238E27FC236}">
                    <a16:creationId xmlns:a16="http://schemas.microsoft.com/office/drawing/2014/main" id="{E4821F16-40D7-AA56-EC2D-CF029F29605C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9" name="Freeform 20">
                <a:extLst>
                  <a:ext uri="{FF2B5EF4-FFF2-40B4-BE49-F238E27FC236}">
                    <a16:creationId xmlns:a16="http://schemas.microsoft.com/office/drawing/2014/main" id="{17B45AF9-2B12-A63F-9239-CCED385BB5EF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0" name="Freeform 21">
                <a:extLst>
                  <a:ext uri="{FF2B5EF4-FFF2-40B4-BE49-F238E27FC236}">
                    <a16:creationId xmlns:a16="http://schemas.microsoft.com/office/drawing/2014/main" id="{263B56A0-22B1-E04A-72B3-7A38AF75DC5D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1" name="Freeform 22">
                <a:extLst>
                  <a:ext uri="{FF2B5EF4-FFF2-40B4-BE49-F238E27FC236}">
                    <a16:creationId xmlns:a16="http://schemas.microsoft.com/office/drawing/2014/main" id="{A0C3BA58-248A-313B-C046-4D03F93DA440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52" name="Group 27">
                <a:extLst>
                  <a:ext uri="{FF2B5EF4-FFF2-40B4-BE49-F238E27FC236}">
                    <a16:creationId xmlns:a16="http://schemas.microsoft.com/office/drawing/2014/main" id="{910CEC02-70CD-8C78-F2E6-CAC103C88AB0}"/>
                  </a:ext>
                </a:extLst>
              </p:cNvPr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53" name="Freeform 23">
                  <a:extLst>
                    <a:ext uri="{FF2B5EF4-FFF2-40B4-BE49-F238E27FC236}">
                      <a16:creationId xmlns:a16="http://schemas.microsoft.com/office/drawing/2014/main" id="{1D6C7325-87CE-683D-C50C-AC296D04FED3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4" name="Freeform 24">
                  <a:extLst>
                    <a:ext uri="{FF2B5EF4-FFF2-40B4-BE49-F238E27FC236}">
                      <a16:creationId xmlns:a16="http://schemas.microsoft.com/office/drawing/2014/main" id="{1AE4A1FA-BA81-AC8A-89CA-A2F0BBBEC08E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5" name="Freeform 25">
                  <a:extLst>
                    <a:ext uri="{FF2B5EF4-FFF2-40B4-BE49-F238E27FC236}">
                      <a16:creationId xmlns:a16="http://schemas.microsoft.com/office/drawing/2014/main" id="{9DD03061-D8EF-D3F2-02B7-A881589C4A92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6" name="Freeform 26">
                  <a:extLst>
                    <a:ext uri="{FF2B5EF4-FFF2-40B4-BE49-F238E27FC236}">
                      <a16:creationId xmlns:a16="http://schemas.microsoft.com/office/drawing/2014/main" id="{5645B301-0DC0-73FA-7E4B-9A3D5061989B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44" name="Triangle 42">
              <a:extLst>
                <a:ext uri="{FF2B5EF4-FFF2-40B4-BE49-F238E27FC236}">
                  <a16:creationId xmlns:a16="http://schemas.microsoft.com/office/drawing/2014/main" id="{1BE7B07D-CE41-8653-1C6B-DE7D8A0266EB}"/>
                </a:ext>
              </a:extLst>
            </p:cNvPr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E07D0A0F-78CA-0DF2-37D2-06EA71FEDDD6}"/>
              </a:ext>
            </a:extLst>
          </p:cNvPr>
          <p:cNvGrpSpPr/>
          <p:nvPr/>
        </p:nvGrpSpPr>
        <p:grpSpPr>
          <a:xfrm>
            <a:off x="17740450" y="13145538"/>
            <a:ext cx="820546" cy="1528045"/>
            <a:chOff x="8432" y="10615"/>
            <a:chExt cx="1292" cy="2406"/>
          </a:xfrm>
        </p:grpSpPr>
        <p:cxnSp>
          <p:nvCxnSpPr>
            <p:cNvPr id="258" name="Elbow Connector 398">
              <a:extLst>
                <a:ext uri="{FF2B5EF4-FFF2-40B4-BE49-F238E27FC236}">
                  <a16:creationId xmlns:a16="http://schemas.microsoft.com/office/drawing/2014/main" id="{2BD28F4A-4F86-A779-0974-6F4C568B9408}"/>
                </a:ext>
              </a:extLst>
            </p:cNvPr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9" name="Elbow Connector 395">
              <a:extLst>
                <a:ext uri="{FF2B5EF4-FFF2-40B4-BE49-F238E27FC236}">
                  <a16:creationId xmlns:a16="http://schemas.microsoft.com/office/drawing/2014/main" id="{6759E500-8070-710C-F527-AC215E80C77C}"/>
                </a:ext>
              </a:extLst>
            </p:cNvPr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0" name="Elbow Connector 396">
              <a:extLst>
                <a:ext uri="{FF2B5EF4-FFF2-40B4-BE49-F238E27FC236}">
                  <a16:creationId xmlns:a16="http://schemas.microsoft.com/office/drawing/2014/main" id="{B8177017-1CDB-3885-1DEA-6B11CA4E8E2A}"/>
                </a:ext>
              </a:extLst>
            </p:cNvPr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1" name="Triangle 42">
              <a:extLst>
                <a:ext uri="{FF2B5EF4-FFF2-40B4-BE49-F238E27FC236}">
                  <a16:creationId xmlns:a16="http://schemas.microsoft.com/office/drawing/2014/main" id="{270BC5C8-C2BF-5752-7E9E-B3EA2AC9ABBC}"/>
                </a:ext>
              </a:extLst>
            </p:cNvPr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262" name="Elbow Connector 399">
              <a:extLst>
                <a:ext uri="{FF2B5EF4-FFF2-40B4-BE49-F238E27FC236}">
                  <a16:creationId xmlns:a16="http://schemas.microsoft.com/office/drawing/2014/main" id="{2673C280-2D7E-DE13-6FDC-76881AA2A394}"/>
                </a:ext>
              </a:extLst>
            </p:cNvPr>
            <p:cNvCxnSpPr>
              <a:stCxn id="296" idx="3"/>
              <a:endCxn id="261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63" name="Group 16">
              <a:extLst>
                <a:ext uri="{FF2B5EF4-FFF2-40B4-BE49-F238E27FC236}">
                  <a16:creationId xmlns:a16="http://schemas.microsoft.com/office/drawing/2014/main" id="{97F77E8F-C55C-BBFA-43C4-BB4652E25E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87" name="AutoShape 15">
                <a:extLst>
                  <a:ext uri="{FF2B5EF4-FFF2-40B4-BE49-F238E27FC236}">
                    <a16:creationId xmlns:a16="http://schemas.microsoft.com/office/drawing/2014/main" id="{D7969744-A3EE-AF7D-4742-8669642B21A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8" name="Rectangle 17">
                <a:extLst>
                  <a:ext uri="{FF2B5EF4-FFF2-40B4-BE49-F238E27FC236}">
                    <a16:creationId xmlns:a16="http://schemas.microsoft.com/office/drawing/2014/main" id="{39941122-07C5-2A48-8F22-963C121B6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0" name="Rectangle 18">
                <a:extLst>
                  <a:ext uri="{FF2B5EF4-FFF2-40B4-BE49-F238E27FC236}">
                    <a16:creationId xmlns:a16="http://schemas.microsoft.com/office/drawing/2014/main" id="{DEB13B7A-EAA4-CC52-9787-B068B66F3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4" name="Freeform 19">
                <a:extLst>
                  <a:ext uri="{FF2B5EF4-FFF2-40B4-BE49-F238E27FC236}">
                    <a16:creationId xmlns:a16="http://schemas.microsoft.com/office/drawing/2014/main" id="{EBD75DBA-6613-F293-BB45-A7814980FDA1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6" name="Freeform 20">
                <a:extLst>
                  <a:ext uri="{FF2B5EF4-FFF2-40B4-BE49-F238E27FC236}">
                    <a16:creationId xmlns:a16="http://schemas.microsoft.com/office/drawing/2014/main" id="{06EB8826-B894-635B-EA95-89594C887BC0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8" name="Freeform 21">
                <a:extLst>
                  <a:ext uri="{FF2B5EF4-FFF2-40B4-BE49-F238E27FC236}">
                    <a16:creationId xmlns:a16="http://schemas.microsoft.com/office/drawing/2014/main" id="{E960AB5E-FE36-9D0A-99D2-3201AF3DBDBE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0" name="Freeform 22">
                <a:extLst>
                  <a:ext uri="{FF2B5EF4-FFF2-40B4-BE49-F238E27FC236}">
                    <a16:creationId xmlns:a16="http://schemas.microsoft.com/office/drawing/2014/main" id="{4513680E-3050-185F-6E63-0D46538D9523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01" name="Group 27">
                <a:extLst>
                  <a:ext uri="{FF2B5EF4-FFF2-40B4-BE49-F238E27FC236}">
                    <a16:creationId xmlns:a16="http://schemas.microsoft.com/office/drawing/2014/main" id="{046580CB-4C53-6EDC-5748-0CF70F896458}"/>
                  </a:ext>
                </a:extLst>
              </p:cNvPr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302" name="Freeform 23">
                  <a:extLst>
                    <a:ext uri="{FF2B5EF4-FFF2-40B4-BE49-F238E27FC236}">
                      <a16:creationId xmlns:a16="http://schemas.microsoft.com/office/drawing/2014/main" id="{A6C22105-1710-BD98-3B9C-0FA83EB365D1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3" name="Freeform 24">
                  <a:extLst>
                    <a:ext uri="{FF2B5EF4-FFF2-40B4-BE49-F238E27FC236}">
                      <a16:creationId xmlns:a16="http://schemas.microsoft.com/office/drawing/2014/main" id="{726D19C1-B8AF-164D-D80E-BDA4E8E4CCF4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4" name="Freeform 25">
                  <a:extLst>
                    <a:ext uri="{FF2B5EF4-FFF2-40B4-BE49-F238E27FC236}">
                      <a16:creationId xmlns:a16="http://schemas.microsoft.com/office/drawing/2014/main" id="{F790E49B-FF5C-B5DB-C199-355ABEC1E631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5" name="Freeform 26">
                  <a:extLst>
                    <a:ext uri="{FF2B5EF4-FFF2-40B4-BE49-F238E27FC236}">
                      <a16:creationId xmlns:a16="http://schemas.microsoft.com/office/drawing/2014/main" id="{E6EA53F2-E179-A7D3-DA2B-3B6F9E4C4C73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80" name="Triangle 42">
              <a:extLst>
                <a:ext uri="{FF2B5EF4-FFF2-40B4-BE49-F238E27FC236}">
                  <a16:creationId xmlns:a16="http://schemas.microsoft.com/office/drawing/2014/main" id="{ED188655-C027-49AD-3125-2734AC8DF416}"/>
                </a:ext>
              </a:extLst>
            </p:cNvPr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15175EF3-687A-9EC8-86E3-D591D3A1843C}"/>
              </a:ext>
            </a:extLst>
          </p:cNvPr>
          <p:cNvGrpSpPr/>
          <p:nvPr/>
        </p:nvGrpSpPr>
        <p:grpSpPr>
          <a:xfrm>
            <a:off x="20602955" y="13116937"/>
            <a:ext cx="820546" cy="1528045"/>
            <a:chOff x="8432" y="10615"/>
            <a:chExt cx="1292" cy="2406"/>
          </a:xfrm>
        </p:grpSpPr>
        <p:cxnSp>
          <p:nvCxnSpPr>
            <p:cNvPr id="307" name="Elbow Connector 398">
              <a:extLst>
                <a:ext uri="{FF2B5EF4-FFF2-40B4-BE49-F238E27FC236}">
                  <a16:creationId xmlns:a16="http://schemas.microsoft.com/office/drawing/2014/main" id="{2055C722-9EE2-21AE-51B4-2F2F80356CA6}"/>
                </a:ext>
              </a:extLst>
            </p:cNvPr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8" name="Elbow Connector 395">
              <a:extLst>
                <a:ext uri="{FF2B5EF4-FFF2-40B4-BE49-F238E27FC236}">
                  <a16:creationId xmlns:a16="http://schemas.microsoft.com/office/drawing/2014/main" id="{AF1253D1-CEFB-0790-4A6A-3950A0C13E0E}"/>
                </a:ext>
              </a:extLst>
            </p:cNvPr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9" name="Elbow Connector 396">
              <a:extLst>
                <a:ext uri="{FF2B5EF4-FFF2-40B4-BE49-F238E27FC236}">
                  <a16:creationId xmlns:a16="http://schemas.microsoft.com/office/drawing/2014/main" id="{A3D76B95-9DCD-0BA6-98F5-6CBE3CC280A4}"/>
                </a:ext>
              </a:extLst>
            </p:cNvPr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1" name="Triangle 42">
              <a:extLst>
                <a:ext uri="{FF2B5EF4-FFF2-40B4-BE49-F238E27FC236}">
                  <a16:creationId xmlns:a16="http://schemas.microsoft.com/office/drawing/2014/main" id="{644B7DA1-6DD1-A67F-B389-775354B0EFE1}"/>
                </a:ext>
              </a:extLst>
            </p:cNvPr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316" name="Elbow Connector 399">
              <a:extLst>
                <a:ext uri="{FF2B5EF4-FFF2-40B4-BE49-F238E27FC236}">
                  <a16:creationId xmlns:a16="http://schemas.microsoft.com/office/drawing/2014/main" id="{8A4421DE-A758-8E1F-C38A-30938FF5E620}"/>
                </a:ext>
              </a:extLst>
            </p:cNvPr>
            <p:cNvCxnSpPr>
              <a:stCxn id="324" idx="3"/>
              <a:endCxn id="311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17" name="Group 16">
              <a:extLst>
                <a:ext uri="{FF2B5EF4-FFF2-40B4-BE49-F238E27FC236}">
                  <a16:creationId xmlns:a16="http://schemas.microsoft.com/office/drawing/2014/main" id="{E132A18C-3103-30CD-7416-5EC6EBB8E1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320" name="AutoShape 15">
                <a:extLst>
                  <a:ext uri="{FF2B5EF4-FFF2-40B4-BE49-F238E27FC236}">
                    <a16:creationId xmlns:a16="http://schemas.microsoft.com/office/drawing/2014/main" id="{E4CB8135-A0AD-C8EF-6269-CFDB124783B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" name="Rectangle 17">
                <a:extLst>
                  <a:ext uri="{FF2B5EF4-FFF2-40B4-BE49-F238E27FC236}">
                    <a16:creationId xmlns:a16="http://schemas.microsoft.com/office/drawing/2014/main" id="{B169C483-CBA5-8710-B437-13A2D5136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2" name="Rectangle 18">
                <a:extLst>
                  <a:ext uri="{FF2B5EF4-FFF2-40B4-BE49-F238E27FC236}">
                    <a16:creationId xmlns:a16="http://schemas.microsoft.com/office/drawing/2014/main" id="{3DB142E2-5B9F-00C0-BAE6-7E9199F70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3" name="Freeform 19">
                <a:extLst>
                  <a:ext uri="{FF2B5EF4-FFF2-40B4-BE49-F238E27FC236}">
                    <a16:creationId xmlns:a16="http://schemas.microsoft.com/office/drawing/2014/main" id="{65BB309D-2F43-4D57-6AAD-95BAA6111424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4" name="Freeform 20">
                <a:extLst>
                  <a:ext uri="{FF2B5EF4-FFF2-40B4-BE49-F238E27FC236}">
                    <a16:creationId xmlns:a16="http://schemas.microsoft.com/office/drawing/2014/main" id="{71789179-B1A6-71E0-B1DB-90195102115E}"/>
                  </a:ext>
                </a:extLst>
              </p:cNvPr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5" name="Freeform 21">
                <a:extLst>
                  <a:ext uri="{FF2B5EF4-FFF2-40B4-BE49-F238E27FC236}">
                    <a16:creationId xmlns:a16="http://schemas.microsoft.com/office/drawing/2014/main" id="{114DEEE5-FB28-16EE-A7D1-605AFA046EFA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6" name="Freeform 22">
                <a:extLst>
                  <a:ext uri="{FF2B5EF4-FFF2-40B4-BE49-F238E27FC236}">
                    <a16:creationId xmlns:a16="http://schemas.microsoft.com/office/drawing/2014/main" id="{51E2E261-C2C5-1E64-2E82-BC4A72221263}"/>
                  </a:ext>
                </a:extLst>
              </p:cNvPr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7" name="Group 27">
                <a:extLst>
                  <a:ext uri="{FF2B5EF4-FFF2-40B4-BE49-F238E27FC236}">
                    <a16:creationId xmlns:a16="http://schemas.microsoft.com/office/drawing/2014/main" id="{4C10374C-D52C-80D1-E466-F600798B2B73}"/>
                  </a:ext>
                </a:extLst>
              </p:cNvPr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328" name="Freeform 23">
                  <a:extLst>
                    <a:ext uri="{FF2B5EF4-FFF2-40B4-BE49-F238E27FC236}">
                      <a16:creationId xmlns:a16="http://schemas.microsoft.com/office/drawing/2014/main" id="{B0840D01-693E-9CA7-5807-EA84FD7A6621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9" name="Freeform 24">
                  <a:extLst>
                    <a:ext uri="{FF2B5EF4-FFF2-40B4-BE49-F238E27FC236}">
                      <a16:creationId xmlns:a16="http://schemas.microsoft.com/office/drawing/2014/main" id="{9C4A06DF-E102-DB5E-C5E1-AC4D25D82FE0}"/>
                    </a:ext>
                  </a:extLst>
                </p:cNvPr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0" name="Freeform 25">
                  <a:extLst>
                    <a:ext uri="{FF2B5EF4-FFF2-40B4-BE49-F238E27FC236}">
                      <a16:creationId xmlns:a16="http://schemas.microsoft.com/office/drawing/2014/main" id="{FBA2A5D0-87FC-F795-3B50-9CEC6D83E075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1" name="Freeform 26">
                  <a:extLst>
                    <a:ext uri="{FF2B5EF4-FFF2-40B4-BE49-F238E27FC236}">
                      <a16:creationId xmlns:a16="http://schemas.microsoft.com/office/drawing/2014/main" id="{C9310D9E-2F69-28E0-B667-6ADDD537263D}"/>
                    </a:ext>
                  </a:extLst>
                </p:cNvPr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18" name="Triangle 42">
              <a:extLst>
                <a:ext uri="{FF2B5EF4-FFF2-40B4-BE49-F238E27FC236}">
                  <a16:creationId xmlns:a16="http://schemas.microsoft.com/office/drawing/2014/main" id="{B4611C5F-79CA-FCDE-87CC-2F67A309F246}"/>
                </a:ext>
              </a:extLst>
            </p:cNvPr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332" name="Picture 331">
            <a:extLst>
              <a:ext uri="{FF2B5EF4-FFF2-40B4-BE49-F238E27FC236}">
                <a16:creationId xmlns:a16="http://schemas.microsoft.com/office/drawing/2014/main" id="{FDAFFE8B-1E3B-46E5-8AB7-503813DDDB01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9931699" y="9297995"/>
            <a:ext cx="943343" cy="433009"/>
          </a:xfrm>
          <a:prstGeom prst="rect">
            <a:avLst/>
          </a:prstGeom>
        </p:spPr>
      </p:pic>
      <p:sp>
        <p:nvSpPr>
          <p:cNvPr id="333" name="TextBox 58">
            <a:extLst>
              <a:ext uri="{FF2B5EF4-FFF2-40B4-BE49-F238E27FC236}">
                <a16:creationId xmlns:a16="http://schemas.microsoft.com/office/drawing/2014/main" id="{6393A856-BD68-D2BA-7A35-2BA0BC9C7AB2}"/>
              </a:ext>
            </a:extLst>
          </p:cNvPr>
          <p:cNvSpPr txBox="1"/>
          <p:nvPr/>
        </p:nvSpPr>
        <p:spPr>
          <a:xfrm>
            <a:off x="13475323" y="9131973"/>
            <a:ext cx="189884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dirty="0">
                <a:latin typeface="Calibri" panose="020F0502020204030204"/>
              </a:rPr>
              <a:t>Time-series Database</a:t>
            </a:r>
          </a:p>
        </p:txBody>
      </p:sp>
      <p:sp>
        <p:nvSpPr>
          <p:cNvPr id="334" name="TextBox 58">
            <a:extLst>
              <a:ext uri="{FF2B5EF4-FFF2-40B4-BE49-F238E27FC236}">
                <a16:creationId xmlns:a16="http://schemas.microsoft.com/office/drawing/2014/main" id="{CBCFCC74-D4A7-C653-9406-E06AC90C4FEC}"/>
              </a:ext>
            </a:extLst>
          </p:cNvPr>
          <p:cNvSpPr txBox="1"/>
          <p:nvPr/>
        </p:nvSpPr>
        <p:spPr>
          <a:xfrm>
            <a:off x="19537903" y="9127801"/>
            <a:ext cx="170974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dirty="0">
                <a:latin typeface="Calibri" panose="020F0502020204030204"/>
              </a:rPr>
              <a:t>Relational Database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49"/>
          <a:srcRect t="33051" b="33051"/>
          <a:stretch>
            <a:fillRect/>
          </a:stretch>
        </p:blipFill>
        <p:spPr>
          <a:xfrm>
            <a:off x="5725876" y="13291273"/>
            <a:ext cx="2152982" cy="7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49"/>
          <a:srcRect t="33051" b="33051"/>
          <a:stretch>
            <a:fillRect/>
          </a:stretch>
        </p:blipFill>
        <p:spPr>
          <a:xfrm>
            <a:off x="27992245" y="13291273"/>
            <a:ext cx="2152982" cy="7303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8991560" y="13881096"/>
            <a:ext cx="17921815" cy="66092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>
            <a:off x="8991560" y="13602242"/>
            <a:ext cx="17963417" cy="44440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Box 69"/>
          <p:cNvSpPr txBox="1"/>
          <p:nvPr/>
        </p:nvSpPr>
        <p:spPr>
          <a:xfrm>
            <a:off x="25976548" y="8838755"/>
            <a:ext cx="255722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600" b="1">
                <a:solidFill>
                  <a:srgbClr val="FF0000"/>
                </a:solidFill>
              </a:rPr>
              <a:t>Wireless</a:t>
            </a:r>
            <a:r>
              <a:rPr lang="en-US" altLang="en-GB" sz="1600" b="1">
                <a:solidFill>
                  <a:srgbClr val="FF0000"/>
                </a:solidFill>
              </a:rPr>
              <a:t> Access Network 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26521067" y="9211446"/>
            <a:ext cx="645135" cy="617595"/>
            <a:chOff x="3567698" y="1471368"/>
            <a:chExt cx="732957" cy="737121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1" name="Picture 36" descr="Router Icon Transparent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27317770" y="9203039"/>
            <a:ext cx="679813" cy="626003"/>
            <a:chOff x="3580704" y="3298867"/>
            <a:chExt cx="773192" cy="733053"/>
          </a:xfrm>
        </p:grpSpPr>
        <p:sp>
          <p:nvSpPr>
            <p:cNvPr id="20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35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52">
              <a:extLst>
                <a:ext uri="{BEBA8EAE-BF5A-486C-A8C5-ECC9F3942E4B}">
                  <a14:imgProps xmlns:a14="http://schemas.microsoft.com/office/drawing/2010/main">
                    <a14:imgLayer r:embed="rId53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Graphic 35" descr="Lightbulb and gear outline"/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25734128" y="9205254"/>
            <a:ext cx="649985" cy="604009"/>
            <a:chOff x="6033" y="7891"/>
            <a:chExt cx="1966" cy="1800"/>
          </a:xfrm>
        </p:grpSpPr>
        <p:grpSp>
          <p:nvGrpSpPr>
            <p:cNvPr id="23" name="Group 22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24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25" name="Picture 24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BEBA8EAE-BF5A-486C-A8C5-ECC9F3942E4B}">
                  <a14:imgProps xmlns:a14="http://schemas.microsoft.com/office/drawing/2010/main">
                    <a14:imgLayer r:embed="rId58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Rounded Rectangle 40"/>
          <p:cNvSpPr/>
          <p:nvPr>
            <p:custDataLst>
              <p:tags r:id="rId1"/>
            </p:custDataLst>
          </p:nvPr>
        </p:nvSpPr>
        <p:spPr>
          <a:xfrm>
            <a:off x="26104794" y="8530225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72" name="Text Box 71"/>
          <p:cNvSpPr txBox="1"/>
          <p:nvPr/>
        </p:nvSpPr>
        <p:spPr>
          <a:xfrm>
            <a:off x="19205775" y="8422980"/>
            <a:ext cx="932689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>
                <a:solidFill>
                  <a:srgbClr val="FF0000"/>
                </a:solidFill>
              </a:rPr>
              <a:t>RAN Two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2520489" y="10271754"/>
            <a:ext cx="10968139" cy="124479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5523550" y="7734989"/>
            <a:ext cx="5425640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TextBox 12"/>
          <p:cNvSpPr txBox="1"/>
          <p:nvPr/>
        </p:nvSpPr>
        <p:spPr>
          <a:xfrm>
            <a:off x="18900886" y="7718367"/>
            <a:ext cx="1538127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AI Engine Platform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5711538" y="8430424"/>
            <a:ext cx="5123969" cy="2064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TextBox 14"/>
          <p:cNvSpPr txBox="1"/>
          <p:nvPr/>
        </p:nvSpPr>
        <p:spPr>
          <a:xfrm>
            <a:off x="15312098" y="8382167"/>
            <a:ext cx="3423511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350" b="1">
                <a:solidFill>
                  <a:prstClr val="white"/>
                </a:solidFill>
                <a:latin typeface="Calibri" panose="020F0502020204030204"/>
              </a:rPr>
              <a:t>Data Ingestion and Pre-processing</a:t>
            </a: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16863604" y="8027768"/>
            <a:ext cx="1571232" cy="36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TextBox 16"/>
          <p:cNvSpPr txBox="1"/>
          <p:nvPr/>
        </p:nvSpPr>
        <p:spPr>
          <a:xfrm>
            <a:off x="16677951" y="7997245"/>
            <a:ext cx="192873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Model Composition Training/Retraining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5712059" y="8027849"/>
            <a:ext cx="1151332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Box 18"/>
          <p:cNvSpPr txBox="1"/>
          <p:nvPr/>
        </p:nvSpPr>
        <p:spPr>
          <a:xfrm>
            <a:off x="15629585" y="8076738"/>
            <a:ext cx="130424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Task Specification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8443731" y="8027768"/>
            <a:ext cx="1157783" cy="3607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8" name="TextBox 20"/>
          <p:cNvSpPr txBox="1"/>
          <p:nvPr/>
        </p:nvSpPr>
        <p:spPr>
          <a:xfrm>
            <a:off x="15916353" y="8999467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9615585" y="8027664"/>
            <a:ext cx="1219927" cy="36059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4025670" y="7734989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4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402" y="8251419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58"/>
          <p:cNvSpPr txBox="1"/>
          <p:nvPr/>
        </p:nvSpPr>
        <p:spPr>
          <a:xfrm>
            <a:off x="14160712" y="7743625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OTN</a:t>
            </a:r>
          </a:p>
          <a:p>
            <a:pPr>
              <a:defRPr/>
            </a:pP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128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9905" y="8257686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ounded Rectangle 130"/>
          <p:cNvSpPr/>
          <p:nvPr/>
        </p:nvSpPr>
        <p:spPr>
          <a:xfrm>
            <a:off x="14025672" y="8919446"/>
            <a:ext cx="8025731" cy="601438"/>
          </a:xfrm>
          <a:prstGeom prst="roundRect">
            <a:avLst/>
          </a:prstGeom>
          <a:solidFill>
            <a:srgbClr val="00FD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6371083" y="9011535"/>
            <a:ext cx="304084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prstClr val="black"/>
                </a:solidFill>
                <a:latin typeface="Calibri" panose="020F0502020204030204"/>
              </a:rPr>
              <a:t>Centralized Time Series Database </a:t>
            </a:r>
          </a:p>
        </p:txBody>
      </p:sp>
      <p:sp>
        <p:nvSpPr>
          <p:cNvPr id="214" name="Up-Down Arrow 213"/>
          <p:cNvSpPr/>
          <p:nvPr/>
        </p:nvSpPr>
        <p:spPr>
          <a:xfrm>
            <a:off x="14559152" y="867239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26" name="Straight Connector 225"/>
          <p:cNvCxnSpPr/>
          <p:nvPr/>
        </p:nvCxnSpPr>
        <p:spPr>
          <a:xfrm flipH="1">
            <a:off x="15113157" y="10290934"/>
            <a:ext cx="3175" cy="12447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17619358" y="10290936"/>
            <a:ext cx="6986" cy="1280992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0933311" y="10262995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6117115" y="7718431"/>
            <a:ext cx="1713899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Network-Level AI/ML</a:t>
            </a:r>
          </a:p>
        </p:txBody>
      </p:sp>
      <p:pic>
        <p:nvPicPr>
          <p:cNvPr id="192" name="Content Placeholder 6" descr="AI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12740" r="7307" b="48688"/>
          <a:stretch>
            <a:fillRect/>
          </a:stretch>
        </p:blipFill>
        <p:spPr>
          <a:xfrm>
            <a:off x="18892663" y="8413374"/>
            <a:ext cx="748818" cy="23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Content Placeholder 6" descr="AI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36" t="57393" r="7307" b="19059"/>
          <a:stretch>
            <a:fillRect/>
          </a:stretch>
        </p:blipFill>
        <p:spPr>
          <a:xfrm>
            <a:off x="19651685" y="8411371"/>
            <a:ext cx="1084747" cy="2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5916530" y="7532714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00" descr="InfluxDB – Logos Download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9674" y="7887877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Content Placeholder 2" descr="databas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64"/>
          <a:srcRect l="21175" t="18134" r="21183" b="18638"/>
          <a:stretch>
            <a:fillRect/>
          </a:stretch>
        </p:blipFill>
        <p:spPr>
          <a:xfrm flipH="1">
            <a:off x="26954975" y="7801030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Rounded Rectangle 202"/>
          <p:cNvSpPr/>
          <p:nvPr>
            <p:custDataLst>
              <p:tags r:id="rId7"/>
            </p:custDataLst>
          </p:nvPr>
        </p:nvSpPr>
        <p:spPr>
          <a:xfrm>
            <a:off x="25707900" y="7475233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05" name="Content Placeholder 6" descr="AI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1"/>
          <a:srcRect l="6136" t="12740" r="7307" b="48688"/>
          <a:stretch>
            <a:fillRect/>
          </a:stretch>
        </p:blipFill>
        <p:spPr>
          <a:xfrm>
            <a:off x="29164450" y="7587561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Content Placeholder 6" descr="AI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1"/>
          <a:srcRect l="6136" t="57393" r="7307" b="19059"/>
          <a:stretch>
            <a:fillRect/>
          </a:stretch>
        </p:blipFill>
        <p:spPr>
          <a:xfrm>
            <a:off x="29164451" y="7933701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Content Placeholder 43" descr="Icons_card_AI"/>
          <p:cNvPicPr>
            <a:picLocks noChangeAspect="1"/>
          </p:cNvPicPr>
          <p:nvPr/>
        </p:nvPicPr>
        <p:blipFill>
          <a:blip r:embed="rId65">
            <a:biLevel thresh="75000"/>
          </a:blip>
          <a:srcRect l="31745" t="20627" r="32042" b="24564"/>
          <a:stretch>
            <a:fillRect/>
          </a:stretch>
        </p:blipFill>
        <p:spPr>
          <a:xfrm>
            <a:off x="29834994" y="7555164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Rounded Rectangle 207"/>
          <p:cNvSpPr/>
          <p:nvPr>
            <p:custDataLst>
              <p:tags r:id="rId10"/>
            </p:custDataLst>
          </p:nvPr>
        </p:nvSpPr>
        <p:spPr>
          <a:xfrm>
            <a:off x="29140314" y="7474690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09" name="TextBox 58"/>
          <p:cNvSpPr txBox="1"/>
          <p:nvPr/>
        </p:nvSpPr>
        <p:spPr>
          <a:xfrm>
            <a:off x="29164448" y="8177892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25822495" y="8152611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pic>
        <p:nvPicPr>
          <p:cNvPr id="241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0292" y="8258441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42" descr="InfluxDB – Logos Download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0408" y="9058271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cloud_database"/>
          <p:cNvPicPr>
            <a:picLocks noChangeAspect="1"/>
          </p:cNvPicPr>
          <p:nvPr/>
        </p:nvPicPr>
        <p:blipFill>
          <a:blip r:embed="rId6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>
            <a:off x="15989392" y="8983592"/>
            <a:ext cx="395031" cy="410908"/>
          </a:xfrm>
          <a:prstGeom prst="rect">
            <a:avLst/>
          </a:prstGeom>
        </p:spPr>
      </p:pic>
      <p:pic>
        <p:nvPicPr>
          <p:cNvPr id="27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8862940" y="7514819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76" descr="InfluxDB – Logos Download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495" y="7869983"/>
            <a:ext cx="1113701" cy="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Content Placeholder 2" descr="databas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64"/>
          <a:srcRect l="21175" t="18134" r="21183" b="18638"/>
          <a:stretch>
            <a:fillRect/>
          </a:stretch>
        </p:blipFill>
        <p:spPr>
          <a:xfrm flipH="1">
            <a:off x="9832796" y="7783135"/>
            <a:ext cx="405848" cy="44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Rounded Rectangle 278"/>
          <p:cNvSpPr/>
          <p:nvPr>
            <p:custDataLst>
              <p:tags r:id="rId15"/>
            </p:custDataLst>
          </p:nvPr>
        </p:nvSpPr>
        <p:spPr>
          <a:xfrm>
            <a:off x="8585722" y="7457338"/>
            <a:ext cx="1700086" cy="100655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pic>
        <p:nvPicPr>
          <p:cNvPr id="281" name="Content Placeholder 6" descr="AI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61"/>
          <a:srcRect l="6136" t="12740" r="7307" b="48688"/>
          <a:stretch>
            <a:fillRect/>
          </a:stretch>
        </p:blipFill>
        <p:spPr>
          <a:xfrm>
            <a:off x="5699147" y="7574370"/>
            <a:ext cx="694039" cy="22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Content Placeholder 6" descr="AI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61"/>
          <a:srcRect l="6136" t="57393" r="7307" b="19059"/>
          <a:stretch>
            <a:fillRect/>
          </a:stretch>
        </p:blipFill>
        <p:spPr>
          <a:xfrm>
            <a:off x="5699148" y="7920510"/>
            <a:ext cx="1085120" cy="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Content Placeholder 43" descr="Icons_card_AI"/>
          <p:cNvPicPr>
            <a:picLocks noChangeAspect="1"/>
          </p:cNvPicPr>
          <p:nvPr/>
        </p:nvPicPr>
        <p:blipFill>
          <a:blip r:embed="rId65">
            <a:biLevel thresh="75000"/>
          </a:blip>
          <a:srcRect l="31745" t="20627" r="32042" b="24564"/>
          <a:stretch>
            <a:fillRect/>
          </a:stretch>
        </p:blipFill>
        <p:spPr>
          <a:xfrm>
            <a:off x="6369690" y="7541973"/>
            <a:ext cx="390605" cy="3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ounded Rectangle 283"/>
          <p:cNvSpPr/>
          <p:nvPr>
            <p:custDataLst>
              <p:tags r:id="rId18"/>
            </p:custDataLst>
          </p:nvPr>
        </p:nvSpPr>
        <p:spPr>
          <a:xfrm>
            <a:off x="5675010" y="7461499"/>
            <a:ext cx="1117803" cy="100653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5" name="TextBox 58"/>
          <p:cNvSpPr txBox="1"/>
          <p:nvPr/>
        </p:nvSpPr>
        <p:spPr>
          <a:xfrm>
            <a:off x="5691475" y="8132454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286" name="TextBox 58"/>
          <p:cNvSpPr txBox="1"/>
          <p:nvPr/>
        </p:nvSpPr>
        <p:spPr>
          <a:xfrm>
            <a:off x="8700315" y="8105683"/>
            <a:ext cx="156344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Database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9542449" y="7997283"/>
            <a:ext cx="140674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Monitoring and Virtualization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1" name="TextBox 20"/>
          <p:cNvSpPr txBox="1"/>
          <p:nvPr/>
        </p:nvSpPr>
        <p:spPr>
          <a:xfrm>
            <a:off x="18445637" y="7994742"/>
            <a:ext cx="1206051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21088408" y="7734989"/>
            <a:ext cx="1040925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TextBox 58"/>
          <p:cNvSpPr txBox="1"/>
          <p:nvPr/>
        </p:nvSpPr>
        <p:spPr>
          <a:xfrm>
            <a:off x="21263795" y="7797757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SDN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294" descr="SDN"/>
          <p:cNvPicPr>
            <a:picLocks noChangeAspect="1"/>
          </p:cNvPicPr>
          <p:nvPr/>
        </p:nvPicPr>
        <p:blipFill>
          <a:blip r:embed="rId6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1282109" y="8190355"/>
            <a:ext cx="612234" cy="446474"/>
          </a:xfrm>
          <a:prstGeom prst="rect">
            <a:avLst/>
          </a:prstGeom>
        </p:spPr>
      </p:pic>
      <p:pic>
        <p:nvPicPr>
          <p:cNvPr id="297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 rotWithShape="1"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4569090" y="9077309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 rotWithShape="1">
          <a:blip r:embed="rId6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20773400" y="9092186"/>
            <a:ext cx="1027006" cy="2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" name="Rounded Rectangle 309"/>
          <p:cNvSpPr/>
          <p:nvPr/>
        </p:nvSpPr>
        <p:spPr>
          <a:xfrm>
            <a:off x="12753409" y="7367212"/>
            <a:ext cx="10563132" cy="2292468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2" name="TextBox 238"/>
          <p:cNvSpPr txBox="1"/>
          <p:nvPr/>
        </p:nvSpPr>
        <p:spPr>
          <a:xfrm>
            <a:off x="16466983" y="7355835"/>
            <a:ext cx="3465094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Centralized Database and Applications</a:t>
            </a:r>
          </a:p>
        </p:txBody>
      </p:sp>
      <p:sp>
        <p:nvSpPr>
          <p:cNvPr id="313" name="Up-Down Arrow 312"/>
          <p:cNvSpPr/>
          <p:nvPr/>
        </p:nvSpPr>
        <p:spPr>
          <a:xfrm>
            <a:off x="20066085" y="868128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4" name="Up-Down Arrow 313"/>
          <p:cNvSpPr/>
          <p:nvPr/>
        </p:nvSpPr>
        <p:spPr>
          <a:xfrm>
            <a:off x="18037583" y="8688268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5" name="Up-Down Arrow 314"/>
          <p:cNvSpPr/>
          <p:nvPr/>
        </p:nvSpPr>
        <p:spPr>
          <a:xfrm>
            <a:off x="16155153" y="8696525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4559" y="13074346"/>
            <a:ext cx="773549" cy="773549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734120" y="13074346"/>
            <a:ext cx="773549" cy="773549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91024" y="13074346"/>
            <a:ext cx="773549" cy="773549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159761" y="13074346"/>
            <a:ext cx="773549" cy="773549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045645" y="13074346"/>
            <a:ext cx="773549" cy="773549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2324559" y="13664352"/>
            <a:ext cx="773549" cy="773549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4734120" y="13687215"/>
            <a:ext cx="773549" cy="773549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7291024" y="13687215"/>
            <a:ext cx="773549" cy="773549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0159761" y="13687215"/>
            <a:ext cx="773549" cy="773549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3045645" y="13699917"/>
            <a:ext cx="773549" cy="773549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13323249" y="12910173"/>
            <a:ext cx="820546" cy="1528045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5841412" y="12932402"/>
            <a:ext cx="820546" cy="1528045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8705703" y="12910809"/>
            <a:ext cx="820546" cy="1528045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21688757" y="12932402"/>
            <a:ext cx="820546" cy="1528045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0430" y="10725213"/>
            <a:ext cx="1538861" cy="31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 rotWithShape="1"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2753707" y="11045839"/>
            <a:ext cx="1233071" cy="30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9" name="Group 468"/>
          <p:cNvGrpSpPr/>
          <p:nvPr/>
        </p:nvGrpSpPr>
        <p:grpSpPr>
          <a:xfrm>
            <a:off x="15256809" y="10739189"/>
            <a:ext cx="6025173" cy="1129204"/>
            <a:chOff x="7453" y="8466"/>
            <a:chExt cx="9487" cy="1778"/>
          </a:xfrm>
        </p:grpSpPr>
        <p:pic>
          <p:nvPicPr>
            <p:cNvPr id="470" name="Picture 2" descr="InfluxDB – Logos Download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" y="8466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45"/>
              </p:custDataLst>
            </p:nvPr>
          </p:nvPicPr>
          <p:blipFill rotWithShape="1">
            <a:blip r:embed="rId6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7671" y="8967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Rounded Rectangle 471"/>
            <p:cNvSpPr/>
            <p:nvPr>
              <p:custDataLst>
                <p:tags r:id="rId46"/>
              </p:custDataLst>
            </p:nvPr>
          </p:nvSpPr>
          <p:spPr>
            <a:xfrm>
              <a:off x="15335" y="9777"/>
              <a:ext cx="1605" cy="46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1350">
                  <a:solidFill>
                    <a:prstClr val="black"/>
                  </a:solidFill>
                  <a:latin typeface="Calibri" panose="020F0502020204030204"/>
                </a:rPr>
                <a:t>Telemetry</a:t>
              </a:r>
            </a:p>
          </p:txBody>
        </p:sp>
      </p:grpSp>
      <p:pic>
        <p:nvPicPr>
          <p:cNvPr id="477" name="Content Placeholder 43" descr="Icons_card_AI"/>
          <p:cNvPicPr>
            <a:picLocks noChangeAspect="1"/>
          </p:cNvPicPr>
          <p:nvPr/>
        </p:nvPicPr>
        <p:blipFill>
          <a:blip r:embed="rId65">
            <a:biLevel thresh="75000"/>
          </a:blip>
          <a:srcRect l="31745" t="20627" r="32042" b="24564"/>
          <a:stretch>
            <a:fillRect/>
          </a:stretch>
        </p:blipFill>
        <p:spPr>
          <a:xfrm>
            <a:off x="14410547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Content Placeholder 43" descr="Icons_card_AI"/>
          <p:cNvPicPr>
            <a:picLocks noChangeAspect="1"/>
          </p:cNvPicPr>
          <p:nvPr/>
        </p:nvPicPr>
        <p:blipFill>
          <a:blip r:embed="rId65">
            <a:biLevel thresh="75000"/>
          </a:blip>
          <a:srcRect l="31745" t="20627" r="32042" b="24564"/>
          <a:stretch>
            <a:fillRect/>
          </a:stretch>
        </p:blipFill>
        <p:spPr>
          <a:xfrm>
            <a:off x="22664273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Content Placeholder 43" descr="Icons_card_AI"/>
          <p:cNvPicPr>
            <a:picLocks noChangeAspect="1"/>
          </p:cNvPicPr>
          <p:nvPr/>
        </p:nvPicPr>
        <p:blipFill>
          <a:blip r:embed="rId65">
            <a:biLevel thresh="75000"/>
          </a:blip>
          <a:srcRect l="31745" t="20627" r="32042" b="24564"/>
          <a:stretch>
            <a:fillRect/>
          </a:stretch>
        </p:blipFill>
        <p:spPr>
          <a:xfrm>
            <a:off x="20047035" y="10399409"/>
            <a:ext cx="530307" cy="534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roup 479"/>
          <p:cNvGrpSpPr/>
          <p:nvPr/>
        </p:nvGrpSpPr>
        <p:grpSpPr>
          <a:xfrm>
            <a:off x="21114793" y="10748398"/>
            <a:ext cx="1281627" cy="580479"/>
            <a:chOff x="8018" y="8504"/>
            <a:chExt cx="2018" cy="914"/>
          </a:xfrm>
        </p:grpSpPr>
        <p:pic>
          <p:nvPicPr>
            <p:cNvPr id="481" name="Picture 2" descr="InfluxDB – Logos Download"/>
            <p:cNvPicPr>
              <a:picLocks noChangeAspect="1" noChangeArrowheads="1"/>
            </p:cNvPicPr>
            <p:nvPr/>
          </p:nvPicPr>
          <p:blipFill>
            <a:blip r:embed="rId6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" y="8504"/>
              <a:ext cx="2018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vSphere Performance - Telegraf, InfluxDB and Grafana 7 - Configuring  Telegraf and InfluxDB | rudimartinsen.com"/>
            <p:cNvPicPr>
              <a:picLocks noChangeAspect="1" noChangeArrowheads="1"/>
            </p:cNvPicPr>
            <p:nvPr>
              <p:custDataLst>
                <p:tags r:id="rId44"/>
              </p:custDataLst>
            </p:nvPr>
          </p:nvPicPr>
          <p:blipFill rotWithShape="1">
            <a:blip r:embed="rId6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5" t="11559" r="12586" b="11975"/>
            <a:stretch>
              <a:fillRect/>
            </a:stretch>
          </p:blipFill>
          <p:spPr bwMode="auto">
            <a:xfrm>
              <a:off x="8205" y="8972"/>
              <a:ext cx="1617" cy="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4" name="Content Placeholder 43" descr="Icons_card_AI"/>
          <p:cNvPicPr>
            <a:picLocks noChangeAspect="1"/>
          </p:cNvPicPr>
          <p:nvPr/>
        </p:nvPicPr>
        <p:blipFill>
          <a:blip r:embed="rId65">
            <a:biLevel thresh="75000"/>
          </a:blip>
          <a:srcRect l="31745" t="20627" r="32042" b="24564"/>
          <a:stretch>
            <a:fillRect/>
          </a:stretch>
        </p:blipFill>
        <p:spPr>
          <a:xfrm>
            <a:off x="16805663" y="10359398"/>
            <a:ext cx="530307" cy="5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58"/>
          <p:cNvSpPr txBox="1"/>
          <p:nvPr/>
        </p:nvSpPr>
        <p:spPr>
          <a:xfrm>
            <a:off x="14043416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6" name="TextBox 58"/>
          <p:cNvSpPr txBox="1"/>
          <p:nvPr/>
        </p:nvSpPr>
        <p:spPr>
          <a:xfrm>
            <a:off x="16510745" y="11075599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7" name="TextBox 58"/>
          <p:cNvSpPr txBox="1"/>
          <p:nvPr/>
        </p:nvSpPr>
        <p:spPr>
          <a:xfrm>
            <a:off x="19875705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sp>
        <p:nvSpPr>
          <p:cNvPr id="488" name="TextBox 58"/>
          <p:cNvSpPr txBox="1"/>
          <p:nvPr/>
        </p:nvSpPr>
        <p:spPr>
          <a:xfrm>
            <a:off x="22378440" y="11070065"/>
            <a:ext cx="116705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latin typeface="Calibri" panose="020F0502020204030204"/>
              </a:rPr>
              <a:t>Local AI/ML</a:t>
            </a:r>
          </a:p>
        </p:txBody>
      </p:sp>
      <p:pic>
        <p:nvPicPr>
          <p:cNvPr id="493" name="Picture 492" descr="kafka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9126427" y="9801755"/>
            <a:ext cx="957092" cy="370262"/>
          </a:xfrm>
          <a:prstGeom prst="rect">
            <a:avLst/>
          </a:prstGeom>
        </p:spPr>
      </p:pic>
      <p:sp>
        <p:nvSpPr>
          <p:cNvPr id="494" name="TextBox 58"/>
          <p:cNvSpPr txBox="1"/>
          <p:nvPr/>
        </p:nvSpPr>
        <p:spPr>
          <a:xfrm>
            <a:off x="16020542" y="9779523"/>
            <a:ext cx="303195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502" name="Rounded Rectangle 501"/>
          <p:cNvSpPr/>
          <p:nvPr>
            <p:custDataLst>
              <p:tags r:id="rId22"/>
            </p:custDataLst>
          </p:nvPr>
        </p:nvSpPr>
        <p:spPr>
          <a:xfrm>
            <a:off x="5542508" y="12828246"/>
            <a:ext cx="24785817" cy="196816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3" name="TextBox 238"/>
          <p:cNvSpPr txBox="1"/>
          <p:nvPr/>
        </p:nvSpPr>
        <p:spPr>
          <a:xfrm>
            <a:off x="15858309" y="14437585"/>
            <a:ext cx="4260871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FF0000"/>
                </a:solidFill>
                <a:latin typeface="Calibri" panose="020F0502020204030204"/>
              </a:rPr>
              <a:t>Optical Transport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5761713" y="14269308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1</a:t>
            </a:r>
          </a:p>
        </p:txBody>
      </p:sp>
      <p:sp>
        <p:nvSpPr>
          <p:cNvPr id="506" name="Text Box 505"/>
          <p:cNvSpPr txBox="1"/>
          <p:nvPr/>
        </p:nvSpPr>
        <p:spPr>
          <a:xfrm>
            <a:off x="27810161" y="14269308"/>
            <a:ext cx="253658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Aggregation Node 8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7591329" y="7471935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58"/>
          <p:cNvSpPr txBox="1"/>
          <p:nvPr/>
        </p:nvSpPr>
        <p:spPr>
          <a:xfrm>
            <a:off x="27636332" y="7480571"/>
            <a:ext cx="134197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Access 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4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5565" y="7994633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29140312" y="8882830"/>
            <a:ext cx="110903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SDN"/>
          <p:cNvPicPr>
            <a:picLocks noChangeAspect="1"/>
          </p:cNvPicPr>
          <p:nvPr/>
        </p:nvPicPr>
        <p:blipFill>
          <a:blip r:embed="rId6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29342964" y="9338195"/>
            <a:ext cx="612234" cy="446474"/>
          </a:xfrm>
          <a:prstGeom prst="rect">
            <a:avLst/>
          </a:prstGeom>
        </p:spPr>
      </p:pic>
      <p:sp>
        <p:nvSpPr>
          <p:cNvPr id="8" name="TextBox 58"/>
          <p:cNvSpPr txBox="1"/>
          <p:nvPr/>
        </p:nvSpPr>
        <p:spPr>
          <a:xfrm>
            <a:off x="29202541" y="8885293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3166" y="7704067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/>
          <p:cNvSpPr/>
          <p:nvPr>
            <p:custDataLst>
              <p:tags r:id="rId23"/>
            </p:custDataLst>
          </p:nvPr>
        </p:nvSpPr>
        <p:spPr>
          <a:xfrm rot="10800000" flipV="1">
            <a:off x="27171779" y="8501260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Up Arrow 10"/>
          <p:cNvSpPr/>
          <p:nvPr>
            <p:custDataLst>
              <p:tags r:id="rId24"/>
            </p:custDataLst>
          </p:nvPr>
        </p:nvSpPr>
        <p:spPr>
          <a:xfrm rot="10800000" flipV="1">
            <a:off x="25881976" y="8501356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8118253" y="9203039"/>
            <a:ext cx="700317" cy="606419"/>
            <a:chOff x="16024" y="7603"/>
            <a:chExt cx="2175" cy="1800"/>
          </a:xfrm>
        </p:grpSpPr>
        <p:grpSp>
          <p:nvGrpSpPr>
            <p:cNvPr id="14" name="Group 13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5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6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3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70">
              <a:extLst>
                <a:ext uri="{BEBA8EAE-BF5A-486C-A8C5-ECC9F3942E4B}">
                  <a14:imgProps xmlns:a14="http://schemas.microsoft.com/office/drawing/2010/main">
                    <a14:imgLayer r:embed="rId71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Up-Down Arrow 17"/>
          <p:cNvSpPr/>
          <p:nvPr/>
        </p:nvSpPr>
        <p:spPr>
          <a:xfrm rot="5400000">
            <a:off x="27409260" y="7797743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>
            <p:custDataLst>
              <p:tags r:id="rId25"/>
            </p:custDataLst>
          </p:nvPr>
        </p:nvSpPr>
        <p:spPr>
          <a:xfrm>
            <a:off x="5479576" y="7355681"/>
            <a:ext cx="6293485" cy="26416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2" name="Text Box 21"/>
          <p:cNvSpPr txBox="1"/>
          <p:nvPr/>
        </p:nvSpPr>
        <p:spPr>
          <a:xfrm>
            <a:off x="7437114" y="8817848"/>
            <a:ext cx="25410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solidFill>
                  <a:srgbClr val="FF0000"/>
                </a:solidFill>
              </a:rPr>
              <a:t>Wireless Access Network 2</a:t>
            </a:r>
          </a:p>
        </p:txBody>
      </p:sp>
      <p:sp>
        <p:nvSpPr>
          <p:cNvPr id="50" name="Rounded Rectangle 49"/>
          <p:cNvSpPr/>
          <p:nvPr>
            <p:custDataLst>
              <p:tags r:id="rId26"/>
            </p:custDataLst>
          </p:nvPr>
        </p:nvSpPr>
        <p:spPr>
          <a:xfrm>
            <a:off x="8945685" y="8510037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51" name="Up Arrow 50"/>
          <p:cNvSpPr/>
          <p:nvPr>
            <p:custDataLst>
              <p:tags r:id="rId27"/>
            </p:custDataLst>
          </p:nvPr>
        </p:nvSpPr>
        <p:spPr>
          <a:xfrm rot="10800000" flipV="1">
            <a:off x="9966122" y="8455970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043024" y="7461487"/>
            <a:ext cx="1354664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TextBox 58"/>
          <p:cNvSpPr txBox="1"/>
          <p:nvPr/>
        </p:nvSpPr>
        <p:spPr>
          <a:xfrm>
            <a:off x="7083826" y="7461232"/>
            <a:ext cx="136481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GB" sz="1350" b="1" i="1">
                <a:solidFill>
                  <a:prstClr val="black"/>
                </a:solidFill>
              </a:rPr>
              <a:t>Access </a:t>
            </a: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Network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Digital</a:t>
            </a: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GB" sz="1350" b="1" i="1">
                <a:solidFill>
                  <a:prstClr val="black"/>
                </a:solidFill>
                <a:latin typeface="Calibri" panose="020F0502020204030204"/>
              </a:rPr>
              <a:t>Twin</a:t>
            </a:r>
          </a:p>
        </p:txBody>
      </p:sp>
      <p:pic>
        <p:nvPicPr>
          <p:cNvPr id="5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973" y="7975293"/>
            <a:ext cx="1046059" cy="4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Up Arrow 55"/>
          <p:cNvSpPr/>
          <p:nvPr>
            <p:custDataLst>
              <p:tags r:id="rId28"/>
            </p:custDataLst>
          </p:nvPr>
        </p:nvSpPr>
        <p:spPr>
          <a:xfrm rot="10800000" flipV="1">
            <a:off x="8732762" y="8441997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651510" y="8874399"/>
            <a:ext cx="110925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Picture 65" descr="SDN"/>
          <p:cNvPicPr>
            <a:picLocks noChangeAspect="1"/>
          </p:cNvPicPr>
          <p:nvPr/>
        </p:nvPicPr>
        <p:blipFill>
          <a:blip r:embed="rId6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502" t="11753" r="14560" b="49993"/>
          <a:stretch>
            <a:fillRect/>
          </a:stretch>
        </p:blipFill>
        <p:spPr>
          <a:xfrm>
            <a:off x="5878481" y="9329764"/>
            <a:ext cx="612234" cy="446474"/>
          </a:xfrm>
          <a:prstGeom prst="rect">
            <a:avLst/>
          </a:prstGeom>
        </p:spPr>
      </p:pic>
      <p:sp>
        <p:nvSpPr>
          <p:cNvPr id="68" name="TextBox 58"/>
          <p:cNvSpPr txBox="1"/>
          <p:nvPr/>
        </p:nvSpPr>
        <p:spPr>
          <a:xfrm>
            <a:off x="5786159" y="8860805"/>
            <a:ext cx="116705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350" b="1" i="1">
                <a:solidFill>
                  <a:prstClr val="black"/>
                </a:solidFill>
                <a:latin typeface="Calibri" panose="020F0502020204030204"/>
              </a:rPr>
              <a:t>RAN Controller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9491031" y="8493050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1" name="Group 510"/>
          <p:cNvGrpSpPr/>
          <p:nvPr/>
        </p:nvGrpSpPr>
        <p:grpSpPr>
          <a:xfrm>
            <a:off x="7988309" y="9191498"/>
            <a:ext cx="645135" cy="617595"/>
            <a:chOff x="3567698" y="1471368"/>
            <a:chExt cx="732957" cy="737121"/>
          </a:xfrm>
        </p:grpSpPr>
        <p:sp>
          <p:nvSpPr>
            <p:cNvPr id="64" name="Rectangle: Rounded Corners 63"/>
            <p:cNvSpPr/>
            <p:nvPr/>
          </p:nvSpPr>
          <p:spPr>
            <a:xfrm>
              <a:off x="3567698" y="1471368"/>
              <a:ext cx="732957" cy="73305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73" name="Picture 36" descr="Router Icon Transparent"/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587" y="1636464"/>
              <a:ext cx="572025" cy="57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18" descr="Wi-Fi logo PNG transparent image download, size: 2406x1666px"/>
            <p:cNvPicPr>
              <a:picLocks noChangeAspect="1" noChangeArrowheads="1"/>
            </p:cNvPicPr>
            <p:nvPr/>
          </p:nvPicPr>
          <p:blipFill rotWithShape="1"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51"/>
            <a:stretch>
              <a:fillRect/>
            </a:stretch>
          </p:blipFill>
          <p:spPr bwMode="auto">
            <a:xfrm>
              <a:off x="3851933" y="1482519"/>
              <a:ext cx="427600" cy="189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8785011" y="9183090"/>
            <a:ext cx="679813" cy="626003"/>
            <a:chOff x="3580704" y="3298867"/>
            <a:chExt cx="773192" cy="733053"/>
          </a:xfrm>
        </p:grpSpPr>
        <p:sp>
          <p:nvSpPr>
            <p:cNvPr id="86" name="Rectangle: Rounded Corners 33"/>
            <p:cNvSpPr/>
            <p:nvPr/>
          </p:nvSpPr>
          <p:spPr>
            <a:xfrm>
              <a:off x="3580704" y="3298867"/>
              <a:ext cx="732957" cy="73305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905"/>
            </a:p>
          </p:txBody>
        </p:sp>
        <p:pic>
          <p:nvPicPr>
            <p:cNvPr id="87" name="Picture 2" descr="Everything you need to know about Li-Fi | Connectivity | WeSeeNow"/>
            <p:cNvPicPr>
              <a:picLocks noChangeAspect="1" noChangeArrowheads="1"/>
            </p:cNvPicPr>
            <p:nvPr/>
          </p:nvPicPr>
          <p:blipFill>
            <a:blip r:embed="rId52">
              <a:extLst>
                <a:ext uri="{BEBA8EAE-BF5A-486C-A8C5-ECC9F3942E4B}">
                  <a14:imgProps xmlns:a14="http://schemas.microsoft.com/office/drawing/2010/main">
                    <a14:imgLayer r:embed="rId53">
                      <a14:imgEffect>
                        <a14:backgroundRemoval t="10000" b="90000" l="10000" r="90000">
                          <a14:foregroundMark x1="23750" y1="41667" x2="23750" y2="41667"/>
                          <a14:foregroundMark x1="26250" y1="41667" x2="27750" y2="37292"/>
                          <a14:foregroundMark x1="24750" y1="36042" x2="39625" y2="39583"/>
                          <a14:foregroundMark x1="39625" y1="39583" x2="48250" y2="32292"/>
                          <a14:foregroundMark x1="48250" y1="32292" x2="68500" y2="28542"/>
                          <a14:foregroundMark x1="68500" y1="28542" x2="75375" y2="28542"/>
                          <a14:foregroundMark x1="75375" y1="28542" x2="81750" y2="31667"/>
                          <a14:foregroundMark x1="81750" y1="31667" x2="84875" y2="41458"/>
                          <a14:foregroundMark x1="84875" y1="41458" x2="85250" y2="53125"/>
                          <a14:foregroundMark x1="85250" y1="53125" x2="83250" y2="65208"/>
                          <a14:foregroundMark x1="83250" y1="65208" x2="75125" y2="71458"/>
                          <a14:foregroundMark x1="75125" y1="71458" x2="47250" y2="73542"/>
                          <a14:foregroundMark x1="47250" y1="73542" x2="28000" y2="66667"/>
                          <a14:foregroundMark x1="28000" y1="66667" x2="21500" y2="56458"/>
                          <a14:foregroundMark x1="21500" y1="56458" x2="21750" y2="45000"/>
                          <a14:foregroundMark x1="21750" y1="45000" x2="24625" y2="35625"/>
                          <a14:foregroundMark x1="41625" y1="43125" x2="39375" y2="59375"/>
                          <a14:foregroundMark x1="39375" y1="59375" x2="39625" y2="59375"/>
                          <a14:foregroundMark x1="57375" y1="46458" x2="56125" y2="56667"/>
                          <a14:foregroundMark x1="56125" y1="56667" x2="54125" y2="54583"/>
                          <a14:foregroundMark x1="31500" y1="41250" x2="24375" y2="47500"/>
                          <a14:foregroundMark x1="24375" y1="47500" x2="30625" y2="60625"/>
                          <a14:foregroundMark x1="30625" y1="60625" x2="38750" y2="61875"/>
                          <a14:foregroundMark x1="49000" y1="60833" x2="64500" y2="64167"/>
                          <a14:foregroundMark x1="64500" y1="64167" x2="72250" y2="63333"/>
                          <a14:foregroundMark x1="72250" y1="63333" x2="72625" y2="62500"/>
                          <a14:foregroundMark x1="66125" y1="56250" x2="72375" y2="61250"/>
                          <a14:foregroundMark x1="72375" y1="61250" x2="79375" y2="61667"/>
                          <a14:foregroundMark x1="79375" y1="61667" x2="81000" y2="58333"/>
                          <a14:foregroundMark x1="78625" y1="49792" x2="74750" y2="40833"/>
                          <a14:foregroundMark x1="74750" y1="40833" x2="73000" y2="42292"/>
                          <a14:foregroundMark x1="72625" y1="42083" x2="55375" y2="42917"/>
                          <a14:foregroundMark x1="55375" y1="42917" x2="53250" y2="44167"/>
                          <a14:foregroundMark x1="52625" y1="48958" x2="55750" y2="37292"/>
                          <a14:foregroundMark x1="55750" y1="37292" x2="60250" y2="36250"/>
                          <a14:foregroundMark x1="61500" y1="29583" x2="71875" y2="40000"/>
                          <a14:foregroundMark x1="71875" y1="40000" x2="63250" y2="30417"/>
                          <a14:foregroundMark x1="63250" y1="30417" x2="61500" y2="29583"/>
                          <a14:foregroundMark x1="71375" y1="30417" x2="75000" y2="44792"/>
                          <a14:foregroundMark x1="75000" y1="44792" x2="81875" y2="43750"/>
                          <a14:foregroundMark x1="81875" y1="43750" x2="78625" y2="32292"/>
                          <a14:foregroundMark x1="78625" y1="32292" x2="71125" y2="289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4940" y="3302935"/>
              <a:ext cx="488956" cy="29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Graphic 35" descr="Lightbulb and gear outline"/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3621540" y="3515828"/>
              <a:ext cx="457200" cy="457200"/>
            </a:xfrm>
            <a:prstGeom prst="rect">
              <a:avLst/>
            </a:prstGeom>
          </p:spPr>
        </p:pic>
      </p:grpSp>
      <p:grpSp>
        <p:nvGrpSpPr>
          <p:cNvPr id="90" name="Group 89"/>
          <p:cNvGrpSpPr/>
          <p:nvPr/>
        </p:nvGrpSpPr>
        <p:grpSpPr>
          <a:xfrm>
            <a:off x="7201368" y="9185306"/>
            <a:ext cx="649985" cy="604009"/>
            <a:chOff x="6033" y="7891"/>
            <a:chExt cx="1966" cy="1800"/>
          </a:xfrm>
        </p:grpSpPr>
        <p:grpSp>
          <p:nvGrpSpPr>
            <p:cNvPr id="91" name="Group 90"/>
            <p:cNvGrpSpPr/>
            <p:nvPr/>
          </p:nvGrpSpPr>
          <p:grpSpPr>
            <a:xfrm>
              <a:off x="6033" y="7891"/>
              <a:ext cx="1966" cy="1801"/>
              <a:chOff x="3580569" y="4202026"/>
              <a:chExt cx="732991" cy="733053"/>
            </a:xfrm>
          </p:grpSpPr>
          <p:sp>
            <p:nvSpPr>
              <p:cNvPr id="93" name="Rectangle: Rounded Corners 37"/>
              <p:cNvSpPr/>
              <p:nvPr/>
            </p:nvSpPr>
            <p:spPr>
              <a:xfrm>
                <a:off x="3580603" y="4202026"/>
                <a:ext cx="732957" cy="73305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905"/>
              </a:p>
            </p:txBody>
          </p:sp>
          <p:pic>
            <p:nvPicPr>
              <p:cNvPr id="94" name="Picture 93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0569" y="4372991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4" descr="5G logo, Vector Logo of 5G brand free download (eps, ai, png, cdr) formats"/>
            <p:cNvPicPr>
              <a:picLocks noChangeAspect="1" noChangeArrowheads="1"/>
            </p:cNvPicPr>
            <p:nvPr/>
          </p:nvPicPr>
          <p:blipFill>
            <a:blip r:embed="rId57">
              <a:extLst>
                <a:ext uri="{BEBA8EAE-BF5A-486C-A8C5-ECC9F3942E4B}">
                  <a14:imgProps xmlns:a14="http://schemas.microsoft.com/office/drawing/2010/main">
                    <a14:imgLayer r:embed="rId58">
                      <a14:imgEffect>
                        <a14:backgroundRemoval t="9961" b="89844" l="2051" r="97266">
                          <a14:foregroundMark x1="9375" y1="47754" x2="7227" y2="60449"/>
                          <a14:foregroundMark x1="4883" y1="71289" x2="4883" y2="71289"/>
                          <a14:foregroundMark x1="3613" y1="61621" x2="3613" y2="61621"/>
                          <a14:foregroundMark x1="2051" y1="71484" x2="2051" y2="71484"/>
                          <a14:foregroundMark x1="59375" y1="40430" x2="59375" y2="40430"/>
                          <a14:foregroundMark x1="73730" y1="32910" x2="73730" y2="32910"/>
                          <a14:foregroundMark x1="82129" y1="25488" x2="82129" y2="25488"/>
                          <a14:foregroundMark x1="58496" y1="26172" x2="58496" y2="26172"/>
                          <a14:foregroundMark x1="97266" y1="26660" x2="97266" y2="26660"/>
                          <a14:foregroundMark x1="62305" y1="33398" x2="62305" y2="33398"/>
                          <a14:foregroundMark x1="57324" y1="34082" x2="65527" y2="33691"/>
                          <a14:foregroundMark x1="65527" y1="33691" x2="79297" y2="37793"/>
                          <a14:foregroundMark x1="60742" y1="41309" x2="53613" y2="40625"/>
                          <a14:foregroundMark x1="53613" y1="40625" x2="64648" y2="42188"/>
                          <a14:foregroundMark x1="64648" y1="42188" x2="67676" y2="45313"/>
                          <a14:foregroundMark x1="51758" y1="41016" x2="47559" y2="41309"/>
                          <a14:foregroundMark x1="56738" y1="33691" x2="48535" y2="36230"/>
                          <a14:foregroundMark x1="46191" y1="33789" x2="46191" y2="33789"/>
                          <a14:foregroundMark x1="44629" y1="38965" x2="44629" y2="38965"/>
                          <a14:foregroundMark x1="42969" y1="37305" x2="42969" y2="37305"/>
                          <a14:foregroundMark x1="42285" y1="44629" x2="42285" y2="446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" y="7898"/>
              <a:ext cx="664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97"/>
          <p:cNvGrpSpPr/>
          <p:nvPr/>
        </p:nvGrpSpPr>
        <p:grpSpPr>
          <a:xfrm>
            <a:off x="9585494" y="9183089"/>
            <a:ext cx="700317" cy="606419"/>
            <a:chOff x="16024" y="7603"/>
            <a:chExt cx="2175" cy="1800"/>
          </a:xfrm>
        </p:grpSpPr>
        <p:grpSp>
          <p:nvGrpSpPr>
            <p:cNvPr id="99" name="Group 98"/>
            <p:cNvGrpSpPr/>
            <p:nvPr/>
          </p:nvGrpSpPr>
          <p:grpSpPr>
            <a:xfrm>
              <a:off x="16024" y="7603"/>
              <a:ext cx="1966" cy="1801"/>
              <a:chOff x="3577386" y="5132213"/>
              <a:chExt cx="732991" cy="733055"/>
            </a:xfrm>
          </p:grpSpPr>
          <p:sp>
            <p:nvSpPr>
              <p:cNvPr id="111" name="Rectangle: Rounded Corners 40"/>
              <p:cNvSpPr/>
              <p:nvPr/>
            </p:nvSpPr>
            <p:spPr>
              <a:xfrm>
                <a:off x="3577420" y="5132213"/>
                <a:ext cx="732957" cy="73305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2545"/>
              </a:p>
            </p:txBody>
          </p:sp>
          <p:pic>
            <p:nvPicPr>
              <p:cNvPr id="112" name="Picture 38" descr="Base station, cell tower, communication, connection, network, tower ..."/>
              <p:cNvPicPr>
                <a:picLocks noChangeAspect="1" noChangeArrowheads="1"/>
              </p:cNvPicPr>
              <p:nvPr/>
            </p:nvPicPr>
            <p:blipFill>
              <a:blip r:embed="rId5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7386" y="5303178"/>
                <a:ext cx="551688" cy="551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0" name="Picture 2" descr="New 6G Logo Approved! : Which frequency will be used in 6G? | SoftBank ..."/>
            <p:cNvPicPr>
              <a:picLocks noChangeAspect="1" noChangeArrowheads="1"/>
            </p:cNvPicPr>
            <p:nvPr/>
          </p:nvPicPr>
          <p:blipFill>
            <a:blip r:embed="rId70">
              <a:extLst>
                <a:ext uri="{BEBA8EAE-BF5A-486C-A8C5-ECC9F3942E4B}">
                  <a14:imgProps xmlns:a14="http://schemas.microsoft.com/office/drawing/2010/main">
                    <a14:imgLayer r:embed="rId71">
                      <a14:imgEffect>
                        <a14:backgroundRemoval t="9500" b="92000" l="10000" r="90000">
                          <a14:foregroundMark x1="38333" y1="90750" x2="41083" y2="92000"/>
                          <a14:foregroundMark x1="50750" y1="40500" x2="57167" y2="44000"/>
                          <a14:foregroundMark x1="59917" y1="31500" x2="63917" y2="40000"/>
                          <a14:foregroundMark x1="63917" y1="40000" x2="64750" y2="44000"/>
                          <a14:foregroundMark x1="62500" y1="22500" x2="68167" y2="38250"/>
                          <a14:foregroundMark x1="62583" y1="10000" x2="66583" y2="14500"/>
                          <a14:foregroundMark x1="66583" y1="14500" x2="72000" y2="34500"/>
                          <a14:foregroundMark x1="41583" y1="9500" x2="41583" y2="9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7" y="7744"/>
              <a:ext cx="1352" cy="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704" y="7695255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Api, request, response icon - Download on Iconfinder"/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76962" y="8446733"/>
            <a:ext cx="513891" cy="4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Up-Down Arrow 203"/>
          <p:cNvSpPr/>
          <p:nvPr>
            <p:custDataLst>
              <p:tags r:id="rId29"/>
            </p:custDataLst>
          </p:nvPr>
        </p:nvSpPr>
        <p:spPr>
          <a:xfrm rot="5400000">
            <a:off x="6853989" y="9380294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Up-Down Arrow 17"/>
          <p:cNvSpPr/>
          <p:nvPr/>
        </p:nvSpPr>
        <p:spPr>
          <a:xfrm rot="5400000">
            <a:off x="8401590" y="7720812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Up-Down Arrow 312"/>
          <p:cNvSpPr/>
          <p:nvPr/>
        </p:nvSpPr>
        <p:spPr>
          <a:xfrm>
            <a:off x="21522813" y="8686551"/>
            <a:ext cx="191164" cy="311198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ounded Rectangle 466"/>
          <p:cNvSpPr/>
          <p:nvPr>
            <p:custDataLst>
              <p:tags r:id="rId30"/>
            </p:custDataLst>
          </p:nvPr>
        </p:nvSpPr>
        <p:spPr>
          <a:xfrm>
            <a:off x="18335234" y="11931660"/>
            <a:ext cx="5210938" cy="66797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Sensing Data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SOP, CD, PMD, Temperature, Backscatter Trace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Up Arrow 489"/>
          <p:cNvSpPr/>
          <p:nvPr/>
        </p:nvSpPr>
        <p:spPr>
          <a:xfrm>
            <a:off x="15063251" y="9720699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Up Arrow 489"/>
          <p:cNvSpPr/>
          <p:nvPr/>
        </p:nvSpPr>
        <p:spPr>
          <a:xfrm>
            <a:off x="20858600" y="9722751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8450197" y="10229182"/>
            <a:ext cx="9526" cy="1308937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8"/>
          <p:cNvSpPr txBox="1"/>
          <p:nvPr/>
        </p:nvSpPr>
        <p:spPr>
          <a:xfrm>
            <a:off x="12802628" y="10355057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1 DB</a:t>
            </a:r>
          </a:p>
        </p:txBody>
      </p:sp>
      <p:sp>
        <p:nvSpPr>
          <p:cNvPr id="40" name="TextBox 58"/>
          <p:cNvSpPr txBox="1"/>
          <p:nvPr/>
        </p:nvSpPr>
        <p:spPr>
          <a:xfrm>
            <a:off x="15447856" y="1038195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2 DB</a:t>
            </a:r>
          </a:p>
        </p:txBody>
      </p:sp>
      <p:sp>
        <p:nvSpPr>
          <p:cNvPr id="42" name="TextBox 58"/>
          <p:cNvSpPr txBox="1"/>
          <p:nvPr/>
        </p:nvSpPr>
        <p:spPr>
          <a:xfrm>
            <a:off x="18766954" y="10357923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7 DB</a:t>
            </a:r>
          </a:p>
        </p:txBody>
      </p:sp>
      <p:sp>
        <p:nvSpPr>
          <p:cNvPr id="43" name="TextBox 58"/>
          <p:cNvSpPr txBox="1"/>
          <p:nvPr/>
        </p:nvSpPr>
        <p:spPr>
          <a:xfrm>
            <a:off x="21338407" y="10381919"/>
            <a:ext cx="11670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600" b="1" i="1">
                <a:solidFill>
                  <a:srgbClr val="FF0000"/>
                </a:solidFill>
                <a:latin typeface="Calibri" panose="020F0502020204030204"/>
              </a:rPr>
              <a:t>Node 8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18406" y="10436353"/>
            <a:ext cx="685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45" name="Text Box 504"/>
          <p:cNvSpPr txBox="1"/>
          <p:nvPr/>
        </p:nvSpPr>
        <p:spPr>
          <a:xfrm>
            <a:off x="10347513" y="14399912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2</a:t>
            </a:r>
          </a:p>
        </p:txBody>
      </p:sp>
      <p:sp>
        <p:nvSpPr>
          <p:cNvPr id="46" name="Text Box 504"/>
          <p:cNvSpPr txBox="1"/>
          <p:nvPr/>
        </p:nvSpPr>
        <p:spPr>
          <a:xfrm>
            <a:off x="23545707" y="14443021"/>
            <a:ext cx="219362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600" b="1">
                <a:solidFill>
                  <a:srgbClr val="FF0000"/>
                </a:solidFill>
              </a:rPr>
              <a:t>I</a:t>
            </a:r>
            <a:r>
              <a:rPr lang="en-US" altLang="zh-CN" sz="1600" b="1">
                <a:solidFill>
                  <a:srgbClr val="FF0000"/>
                </a:solidFill>
              </a:rPr>
              <a:t>ntermediate</a:t>
            </a:r>
            <a:r>
              <a:rPr lang="en-US" altLang="en-GB" sz="1600" b="1">
                <a:solidFill>
                  <a:srgbClr val="FF0000"/>
                </a:solidFill>
              </a:rPr>
              <a:t> Node 7</a:t>
            </a:r>
          </a:p>
        </p:txBody>
      </p:sp>
      <p:sp>
        <p:nvSpPr>
          <p:cNvPr id="48" name="Up Arrow 488"/>
          <p:cNvSpPr/>
          <p:nvPr/>
        </p:nvSpPr>
        <p:spPr>
          <a:xfrm>
            <a:off x="19328755" y="124990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Up Arrow 488"/>
          <p:cNvSpPr/>
          <p:nvPr/>
        </p:nvSpPr>
        <p:spPr>
          <a:xfrm>
            <a:off x="22220170" y="12508799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1" name="Up Arrow 490"/>
          <p:cNvSpPr/>
          <p:nvPr/>
        </p:nvSpPr>
        <p:spPr>
          <a:xfrm>
            <a:off x="19336980" y="11422695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2" name="Up Arrow 491"/>
          <p:cNvSpPr/>
          <p:nvPr/>
        </p:nvSpPr>
        <p:spPr>
          <a:xfrm>
            <a:off x="21935497" y="11400487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64" name="Picture 2" descr="InfluxDB – Logos Download"/>
          <p:cNvPicPr>
            <a:picLocks noChangeAspect="1" noChangeArrowheads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594" y="10701636"/>
            <a:ext cx="1281627" cy="29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vSphere Performance - Telegraf, InfluxDB and Grafana 7 - Configuring  Telegraf and InfluxDB | rudimartinsen.com"/>
          <p:cNvPicPr>
            <a:picLocks noChangeAspect="1" noChangeArrowheads="1"/>
          </p:cNvPicPr>
          <p:nvPr>
            <p:custDataLst>
              <p:tags r:id="rId31"/>
            </p:custDataLst>
          </p:nvPr>
        </p:nvPicPr>
        <p:blipFill rotWithShape="1"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5" t="11559" r="12586" b="11975"/>
          <a:stretch>
            <a:fillRect/>
          </a:stretch>
        </p:blipFill>
        <p:spPr bwMode="auto">
          <a:xfrm>
            <a:off x="18796934" y="11022830"/>
            <a:ext cx="1026953" cy="28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8" name="Rounded Rectangle 49"/>
          <p:cNvSpPr/>
          <p:nvPr>
            <p:custDataLst>
              <p:tags r:id="rId32"/>
            </p:custDataLst>
          </p:nvPr>
        </p:nvSpPr>
        <p:spPr>
          <a:xfrm>
            <a:off x="7629984" y="8509555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sp>
        <p:nvSpPr>
          <p:cNvPr id="499" name="Rounded Rectangle 64"/>
          <p:cNvSpPr/>
          <p:nvPr/>
        </p:nvSpPr>
        <p:spPr>
          <a:xfrm>
            <a:off x="7147496" y="8864505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00" name="Rounded Rectangle 18"/>
          <p:cNvSpPr/>
          <p:nvPr>
            <p:custDataLst>
              <p:tags r:id="rId33"/>
            </p:custDataLst>
          </p:nvPr>
        </p:nvSpPr>
        <p:spPr>
          <a:xfrm>
            <a:off x="24308883" y="7367511"/>
            <a:ext cx="6131368" cy="264152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501" name="Rounded Rectangle 64"/>
          <p:cNvSpPr/>
          <p:nvPr/>
        </p:nvSpPr>
        <p:spPr>
          <a:xfrm>
            <a:off x="25674347" y="8898563"/>
            <a:ext cx="3128699" cy="1006630"/>
          </a:xfrm>
          <a:prstGeom prst="roundRect">
            <a:avLst/>
          </a:prstGeom>
          <a:solidFill>
            <a:schemeClr val="accent5">
              <a:alpha val="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4" name="Rounded Rectangle 40"/>
          <p:cNvSpPr/>
          <p:nvPr>
            <p:custDataLst>
              <p:tags r:id="rId34"/>
            </p:custDataLst>
          </p:nvPr>
        </p:nvSpPr>
        <p:spPr>
          <a:xfrm>
            <a:off x="27434368" y="8524277"/>
            <a:ext cx="1019332" cy="2965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Sensing</a:t>
            </a:r>
          </a:p>
        </p:txBody>
      </p:sp>
      <p:grpSp>
        <p:nvGrpSpPr>
          <p:cNvPr id="508" name="Group 507"/>
          <p:cNvGrpSpPr/>
          <p:nvPr/>
        </p:nvGrpSpPr>
        <p:grpSpPr>
          <a:xfrm>
            <a:off x="11033828" y="12909855"/>
            <a:ext cx="820546" cy="1528045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7008180" y="12945421"/>
            <a:ext cx="820546" cy="1528045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4" name="Up-Down Arrow 203"/>
          <p:cNvSpPr/>
          <p:nvPr>
            <p:custDataLst>
              <p:tags r:id="rId35"/>
            </p:custDataLst>
          </p:nvPr>
        </p:nvSpPr>
        <p:spPr>
          <a:xfrm rot="5400000">
            <a:off x="28881842" y="9369698"/>
            <a:ext cx="170258" cy="329139"/>
          </a:xfrm>
          <a:prstGeom prst="up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7603096" y="10290934"/>
            <a:ext cx="1965255" cy="2364492"/>
            <a:chOff x="3715" y="7500"/>
            <a:chExt cx="1938" cy="236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0" name="Content Placeholder 72" descr="fc-apc"/>
            <p:cNvPicPr>
              <a:picLocks noChangeAspect="1"/>
            </p:cNvPicPr>
            <p:nvPr/>
          </p:nvPicPr>
          <p:blipFill>
            <a:blip r:embed="rId6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62" name="Straight Arrow Connector 61"/>
            <p:cNvCxnSpPr/>
            <p:nvPr/>
          </p:nvCxnSpPr>
          <p:spPr>
            <a:xfrm flipH="1" flipV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26614462" y="10262993"/>
            <a:ext cx="1965255" cy="2364492"/>
            <a:chOff x="3715" y="7500"/>
            <a:chExt cx="1938" cy="2360"/>
          </a:xfrm>
        </p:grpSpPr>
        <p:cxnSp>
          <p:nvCxnSpPr>
            <p:cNvPr id="462" name="Straight Arrow Connector 461"/>
            <p:cNvCxnSpPr/>
            <p:nvPr/>
          </p:nvCxnSpPr>
          <p:spPr>
            <a:xfrm flipH="1" flipV="1">
              <a:off x="3715" y="7500"/>
              <a:ext cx="12" cy="2360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63" name="Content Placeholder 72" descr="fc-apc"/>
            <p:cNvPicPr>
              <a:picLocks noChangeAspect="1"/>
            </p:cNvPicPr>
            <p:nvPr/>
          </p:nvPicPr>
          <p:blipFill>
            <a:blip r:embed="rId6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117" y="7998"/>
              <a:ext cx="1218" cy="1218"/>
            </a:xfrm>
            <a:prstGeom prst="rect">
              <a:avLst/>
            </a:prstGeom>
          </p:spPr>
        </p:pic>
        <p:cxnSp>
          <p:nvCxnSpPr>
            <p:cNvPr id="473" name="Straight Arrow Connector 472"/>
            <p:cNvCxnSpPr/>
            <p:nvPr/>
          </p:nvCxnSpPr>
          <p:spPr>
            <a:xfrm flipH="1">
              <a:off x="5635" y="7500"/>
              <a:ext cx="18" cy="2346"/>
            </a:xfrm>
            <a:prstGeom prst="straightConnector1">
              <a:avLst/>
            </a:prstGeom>
            <a:ln w="63500">
              <a:solidFill>
                <a:srgbClr val="E3DD2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4" name="Rounded Rectangle 466"/>
          <p:cNvSpPr/>
          <p:nvPr>
            <p:custDataLst>
              <p:tags r:id="rId36"/>
            </p:custDataLst>
          </p:nvPr>
        </p:nvSpPr>
        <p:spPr>
          <a:xfrm>
            <a:off x="12922223" y="11914123"/>
            <a:ext cx="5210938" cy="66797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600" b="1">
                <a:solidFill>
                  <a:prstClr val="black"/>
                </a:solidFill>
                <a:latin typeface="Calibri" panose="020F0502020204030204"/>
              </a:rPr>
              <a:t>Performance Monitoring</a:t>
            </a:r>
          </a:p>
          <a:p>
            <a:pPr algn="ctr">
              <a:defRPr/>
            </a:pPr>
            <a:r>
              <a:rPr lang="en-US" altLang="zh-CN" sz="1600" b="1">
                <a:solidFill>
                  <a:prstClr val="black"/>
                </a:solidFill>
                <a:latin typeface="Calibri" panose="020F0502020204030204"/>
              </a:rPr>
              <a:t>Device Configurations/Parameters</a:t>
            </a:r>
            <a:endParaRPr lang="en-GB" sz="16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5" name="Up Arrow 490"/>
          <p:cNvSpPr/>
          <p:nvPr/>
        </p:nvSpPr>
        <p:spPr>
          <a:xfrm>
            <a:off x="13831868" y="11392152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6" name="Rounded Rectangle 471"/>
          <p:cNvSpPr/>
          <p:nvPr>
            <p:custDataLst>
              <p:tags r:id="rId37"/>
            </p:custDataLst>
          </p:nvPr>
        </p:nvSpPr>
        <p:spPr>
          <a:xfrm>
            <a:off x="14734121" y="11574041"/>
            <a:ext cx="1019332" cy="2965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89" name="Up Arrow 491"/>
          <p:cNvSpPr/>
          <p:nvPr/>
        </p:nvSpPr>
        <p:spPr>
          <a:xfrm>
            <a:off x="16677952" y="11392152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0" name="Up Arrow 488"/>
          <p:cNvSpPr/>
          <p:nvPr/>
        </p:nvSpPr>
        <p:spPr>
          <a:xfrm>
            <a:off x="13878098" y="12474071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5" name="Up Arrow 488"/>
          <p:cNvSpPr/>
          <p:nvPr/>
        </p:nvSpPr>
        <p:spPr>
          <a:xfrm>
            <a:off x="16665934" y="12509114"/>
            <a:ext cx="231811" cy="470607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ounded Rectangle 202"/>
          <p:cNvSpPr/>
          <p:nvPr>
            <p:custDataLst>
              <p:tags r:id="rId38"/>
            </p:custDataLst>
          </p:nvPr>
        </p:nvSpPr>
        <p:spPr>
          <a:xfrm>
            <a:off x="24456420" y="7693621"/>
            <a:ext cx="862374" cy="196606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28" name="Up Arrow 10"/>
          <p:cNvSpPr/>
          <p:nvPr>
            <p:custDataLst>
              <p:tags r:id="rId39"/>
            </p:custDataLst>
          </p:nvPr>
        </p:nvSpPr>
        <p:spPr>
          <a:xfrm rot="5400000" flipV="1">
            <a:off x="25487582" y="7640837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TextBox 58"/>
          <p:cNvSpPr txBox="1"/>
          <p:nvPr/>
        </p:nvSpPr>
        <p:spPr>
          <a:xfrm>
            <a:off x="24452524" y="8128166"/>
            <a:ext cx="888036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zh-CN" sz="1350" b="1" i="1">
                <a:solidFill>
                  <a:prstClr val="black"/>
                </a:solidFill>
                <a:latin typeface="Calibri" panose="020F0502020204030204"/>
              </a:rPr>
              <a:t>emantic</a:t>
            </a:r>
          </a:p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Encoder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7" name="Picture 56" descr="A network of circles and lines&#10;&#10;AI-generated content may be incorrect."/>
          <p:cNvPicPr>
            <a:picLocks noChangeAspect="1"/>
          </p:cNvPicPr>
          <p:nvPr/>
        </p:nvPicPr>
        <p:blipFill>
          <a:blip r:embed="rId7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588502" y="8866635"/>
            <a:ext cx="612091" cy="586228"/>
          </a:xfrm>
          <a:prstGeom prst="rect">
            <a:avLst/>
          </a:prstGeom>
        </p:spPr>
      </p:pic>
      <p:sp>
        <p:nvSpPr>
          <p:cNvPr id="467" name="Up Arrow 489"/>
          <p:cNvSpPr/>
          <p:nvPr/>
        </p:nvSpPr>
        <p:spPr>
          <a:xfrm rot="16200000">
            <a:off x="23687448" y="8940419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83" name="Picture 482" descr="kafka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3303023" y="8688269"/>
            <a:ext cx="957092" cy="370262"/>
          </a:xfrm>
          <a:prstGeom prst="rect">
            <a:avLst/>
          </a:prstGeom>
        </p:spPr>
      </p:pic>
      <p:sp>
        <p:nvSpPr>
          <p:cNvPr id="49" name="Rounded Rectangle 202"/>
          <p:cNvSpPr/>
          <p:nvPr>
            <p:custDataLst>
              <p:tags r:id="rId40"/>
            </p:custDataLst>
          </p:nvPr>
        </p:nvSpPr>
        <p:spPr>
          <a:xfrm>
            <a:off x="22355737" y="7555184"/>
            <a:ext cx="862374" cy="196606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71" name="TextBox 58"/>
          <p:cNvSpPr txBox="1"/>
          <p:nvPr/>
        </p:nvSpPr>
        <p:spPr>
          <a:xfrm>
            <a:off x="22355650" y="7931306"/>
            <a:ext cx="888036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zh-CN" sz="1350" b="1" i="1">
                <a:solidFill>
                  <a:prstClr val="black"/>
                </a:solidFill>
                <a:latin typeface="Calibri" panose="020F0502020204030204"/>
              </a:rPr>
              <a:t>emantic</a:t>
            </a:r>
          </a:p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Decoder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4" name="Picture 73" descr="A network of circles and lines&#10;&#10;AI-generated content may be incorrect."/>
          <p:cNvPicPr>
            <a:picLocks noChangeAspect="1"/>
          </p:cNvPicPr>
          <p:nvPr/>
        </p:nvPicPr>
        <p:blipFill>
          <a:blip r:embed="rId7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483373" y="8672315"/>
            <a:ext cx="612091" cy="586228"/>
          </a:xfrm>
          <a:prstGeom prst="rect">
            <a:avLst/>
          </a:prstGeom>
        </p:spPr>
      </p:pic>
      <p:sp>
        <p:nvSpPr>
          <p:cNvPr id="76" name="Up Arrow 489"/>
          <p:cNvSpPr/>
          <p:nvPr/>
        </p:nvSpPr>
        <p:spPr>
          <a:xfrm rot="16200000">
            <a:off x="22040176" y="8927719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Rounded Rectangle 202"/>
          <p:cNvSpPr/>
          <p:nvPr>
            <p:custDataLst>
              <p:tags r:id="rId41"/>
            </p:custDataLst>
          </p:nvPr>
        </p:nvSpPr>
        <p:spPr>
          <a:xfrm>
            <a:off x="12868985" y="7562169"/>
            <a:ext cx="862374" cy="196606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78" name="TextBox 58"/>
          <p:cNvSpPr txBox="1"/>
          <p:nvPr/>
        </p:nvSpPr>
        <p:spPr>
          <a:xfrm>
            <a:off x="12868899" y="7938291"/>
            <a:ext cx="888036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zh-CN" sz="1350" b="1" i="1">
                <a:solidFill>
                  <a:prstClr val="black"/>
                </a:solidFill>
                <a:latin typeface="Calibri" panose="020F0502020204030204"/>
              </a:rPr>
              <a:t>emantic</a:t>
            </a:r>
          </a:p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Decoder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9" name="Picture 78" descr="A network of circles and lines&#10;&#10;AI-generated content may be incorrect."/>
          <p:cNvPicPr>
            <a:picLocks noChangeAspect="1"/>
          </p:cNvPicPr>
          <p:nvPr/>
        </p:nvPicPr>
        <p:blipFill>
          <a:blip r:embed="rId7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996621" y="8679300"/>
            <a:ext cx="612091" cy="586228"/>
          </a:xfrm>
          <a:prstGeom prst="rect">
            <a:avLst/>
          </a:prstGeom>
        </p:spPr>
      </p:pic>
      <p:sp>
        <p:nvSpPr>
          <p:cNvPr id="80" name="Up Arrow 489"/>
          <p:cNvSpPr/>
          <p:nvPr/>
        </p:nvSpPr>
        <p:spPr>
          <a:xfrm rot="5400000">
            <a:off x="13792373" y="8915653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1" name="Rounded Rectangle 202"/>
          <p:cNvSpPr/>
          <p:nvPr>
            <p:custDataLst>
              <p:tags r:id="rId42"/>
            </p:custDataLst>
          </p:nvPr>
        </p:nvSpPr>
        <p:spPr>
          <a:xfrm>
            <a:off x="10674349" y="7704411"/>
            <a:ext cx="862374" cy="196606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82" name="TextBox 58"/>
          <p:cNvSpPr txBox="1"/>
          <p:nvPr/>
        </p:nvSpPr>
        <p:spPr>
          <a:xfrm>
            <a:off x="10674263" y="8080533"/>
            <a:ext cx="888036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zh-CN" sz="1350" b="1" i="1">
                <a:solidFill>
                  <a:prstClr val="black"/>
                </a:solidFill>
                <a:latin typeface="Calibri" panose="020F0502020204030204"/>
              </a:rPr>
              <a:t>emantic</a:t>
            </a:r>
          </a:p>
          <a:p>
            <a:pPr algn="ctr">
              <a:defRPr/>
            </a:pPr>
            <a:r>
              <a:rPr lang="en-US" sz="1350" b="1" i="1">
                <a:solidFill>
                  <a:prstClr val="black"/>
                </a:solidFill>
                <a:latin typeface="Calibri" panose="020F0502020204030204"/>
              </a:rPr>
              <a:t>Encoder</a:t>
            </a:r>
            <a:endParaRPr lang="en-GB" sz="1350" b="1" i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3" name="Picture 82" descr="A network of circles and lines&#10;&#10;AI-generated content may be incorrect."/>
          <p:cNvPicPr>
            <a:picLocks noChangeAspect="1"/>
          </p:cNvPicPr>
          <p:nvPr/>
        </p:nvPicPr>
        <p:blipFill>
          <a:blip r:embed="rId7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01986" y="8821542"/>
            <a:ext cx="612091" cy="586228"/>
          </a:xfrm>
          <a:prstGeom prst="rect">
            <a:avLst/>
          </a:prstGeom>
        </p:spPr>
      </p:pic>
      <p:sp>
        <p:nvSpPr>
          <p:cNvPr id="88" name="Up Arrow 10"/>
          <p:cNvSpPr/>
          <p:nvPr>
            <p:custDataLst>
              <p:tags r:id="rId43"/>
            </p:custDataLst>
          </p:nvPr>
        </p:nvSpPr>
        <p:spPr>
          <a:xfrm rot="16200000" flipV="1">
            <a:off x="10512377" y="7735452"/>
            <a:ext cx="163220" cy="422340"/>
          </a:xfrm>
          <a:prstGeom prst="upArrow">
            <a:avLst>
              <a:gd name="adj1" fmla="val 50311"/>
              <a:gd name="adj2" fmla="val 5000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9" name="Picture 128" descr="kafka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1777773" y="8601909"/>
            <a:ext cx="957092" cy="370262"/>
          </a:xfrm>
          <a:prstGeom prst="rect">
            <a:avLst/>
          </a:prstGeom>
        </p:spPr>
      </p:pic>
      <p:sp>
        <p:nvSpPr>
          <p:cNvPr id="130" name="Up Arrow 489"/>
          <p:cNvSpPr/>
          <p:nvPr/>
        </p:nvSpPr>
        <p:spPr>
          <a:xfrm rot="5400000">
            <a:off x="12134258" y="8817229"/>
            <a:ext cx="264828" cy="631686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2" name="Group 161"/>
          <p:cNvGrpSpPr/>
          <p:nvPr/>
        </p:nvGrpSpPr>
        <p:grpSpPr>
          <a:xfrm>
            <a:off x="8114479" y="12923192"/>
            <a:ext cx="820546" cy="1528045"/>
            <a:chOff x="8432" y="10615"/>
            <a:chExt cx="1292" cy="2406"/>
          </a:xfrm>
        </p:grpSpPr>
        <p:cxnSp>
          <p:nvCxnSpPr>
            <p:cNvPr id="163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5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67" name="Elbow Connector 399"/>
            <p:cNvCxnSpPr>
              <a:stCxn id="174" idx="3"/>
              <a:endCxn id="16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6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70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1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7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69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86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62215" y="13050055"/>
            <a:ext cx="773549" cy="773549"/>
          </a:xfrm>
          <a:prstGeom prst="rect">
            <a:avLst/>
          </a:prstGeom>
        </p:spPr>
      </p:pic>
      <p:pic>
        <p:nvPicPr>
          <p:cNvPr id="187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9662215" y="13687215"/>
            <a:ext cx="773549" cy="773549"/>
          </a:xfrm>
          <a:prstGeom prst="rect">
            <a:avLst/>
          </a:prstGeom>
        </p:spPr>
      </p:pic>
      <p:grpSp>
        <p:nvGrpSpPr>
          <p:cNvPr id="188" name="Group 187"/>
          <p:cNvGrpSpPr/>
          <p:nvPr/>
        </p:nvGrpSpPr>
        <p:grpSpPr>
          <a:xfrm>
            <a:off x="24197394" y="12935894"/>
            <a:ext cx="820546" cy="1528045"/>
            <a:chOff x="8432" y="10615"/>
            <a:chExt cx="1292" cy="2406"/>
          </a:xfrm>
        </p:grpSpPr>
        <p:cxnSp>
          <p:nvCxnSpPr>
            <p:cNvPr id="18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1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95" name="Elbow Connector 399"/>
            <p:cNvCxnSpPr>
              <a:stCxn id="215" idx="3"/>
              <a:endCxn id="19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9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9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5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6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7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8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19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90" tIns="34292" rIns="68590" bIns="34292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82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9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30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44754" y="13080766"/>
            <a:ext cx="773549" cy="773549"/>
          </a:xfrm>
          <a:prstGeom prst="rect">
            <a:avLst/>
          </a:prstGeom>
        </p:spPr>
      </p:pic>
      <p:pic>
        <p:nvPicPr>
          <p:cNvPr id="232" name="Content Placeholder 72" descr="fc-apc"/>
          <p:cNvPicPr>
            <a:picLocks noChangeAspect="1"/>
          </p:cNvPicPr>
          <p:nvPr/>
        </p:nvPicPr>
        <p:blipFill>
          <a:blip r:embed="rId6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5544754" y="13737521"/>
            <a:ext cx="773549" cy="773549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13470934" y="14163445"/>
            <a:ext cx="685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1847323" y="14174580"/>
            <a:ext cx="685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/>
              <a:t>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32178" y="9097543"/>
            <a:ext cx="1893292" cy="3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8494110" y="9101212"/>
            <a:ext cx="2487964" cy="34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70233" y="8933658"/>
            <a:ext cx="3373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49335" y="8962238"/>
            <a:ext cx="3545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350">
                <a:solidFill>
                  <a:prstClr val="black"/>
                </a:solidFill>
                <a:latin typeface="Calibri" panose="020F0502020204030204"/>
              </a:rPr>
              <a:t>Rx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4203646" y="9096091"/>
            <a:ext cx="213880" cy="47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1200717" y="9109909"/>
            <a:ext cx="204353" cy="953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riangle 40"/>
          <p:cNvSpPr/>
          <p:nvPr/>
        </p:nvSpPr>
        <p:spPr>
          <a:xfrm rot="5400000">
            <a:off x="19713563" y="9016544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oup 16"/>
          <p:cNvGrpSpPr>
            <a:grpSpLocks noChangeAspect="1"/>
          </p:cNvGrpSpPr>
          <p:nvPr/>
        </p:nvGrpSpPr>
        <p:grpSpPr bwMode="auto">
          <a:xfrm>
            <a:off x="20880138" y="8994631"/>
            <a:ext cx="299623" cy="246272"/>
            <a:chOff x="1616" y="2983"/>
            <a:chExt cx="318" cy="313"/>
          </a:xfrm>
        </p:grpSpPr>
        <p:sp>
          <p:nvSpPr>
            <p:cNvPr id="11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19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4419907" y="9102762"/>
            <a:ext cx="2487964" cy="34297"/>
          </a:xfrm>
          <a:prstGeom prst="rect">
            <a:avLst/>
          </a:prstGeom>
        </p:spPr>
      </p:pic>
      <p:grpSp>
        <p:nvGrpSpPr>
          <p:cNvPr id="24" name="Group 16"/>
          <p:cNvGrpSpPr>
            <a:grpSpLocks noChangeAspect="1"/>
          </p:cNvGrpSpPr>
          <p:nvPr/>
        </p:nvGrpSpPr>
        <p:grpSpPr bwMode="auto">
          <a:xfrm>
            <a:off x="14405620" y="8985579"/>
            <a:ext cx="299623" cy="246272"/>
            <a:chOff x="1616" y="2983"/>
            <a:chExt cx="318" cy="313"/>
          </a:xfrm>
        </p:grpSpPr>
        <p:sp>
          <p:nvSpPr>
            <p:cNvPr id="25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33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" name="Triangle 42"/>
          <p:cNvSpPr/>
          <p:nvPr/>
        </p:nvSpPr>
        <p:spPr>
          <a:xfrm rot="5400000">
            <a:off x="15033922" y="9000825"/>
            <a:ext cx="311531" cy="202924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8" name="Group 16"/>
          <p:cNvGrpSpPr>
            <a:grpSpLocks noChangeAspect="1"/>
          </p:cNvGrpSpPr>
          <p:nvPr/>
        </p:nvGrpSpPr>
        <p:grpSpPr bwMode="auto">
          <a:xfrm>
            <a:off x="16804984" y="8999393"/>
            <a:ext cx="299623" cy="246272"/>
            <a:chOff x="1616" y="2983"/>
            <a:chExt cx="318" cy="313"/>
          </a:xfrm>
        </p:grpSpPr>
        <p:sp>
          <p:nvSpPr>
            <p:cNvPr id="39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6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47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1" name="Group 16"/>
          <p:cNvGrpSpPr>
            <a:grpSpLocks noChangeAspect="1"/>
          </p:cNvGrpSpPr>
          <p:nvPr/>
        </p:nvGrpSpPr>
        <p:grpSpPr bwMode="auto">
          <a:xfrm>
            <a:off x="18252596" y="8983674"/>
            <a:ext cx="299622" cy="246272"/>
            <a:chOff x="1616" y="2983"/>
            <a:chExt cx="318" cy="313"/>
          </a:xfrm>
        </p:grpSpPr>
        <p:sp>
          <p:nvSpPr>
            <p:cNvPr id="52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9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60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64" name="Group 16"/>
          <p:cNvGrpSpPr>
            <a:grpSpLocks noChangeAspect="1"/>
          </p:cNvGrpSpPr>
          <p:nvPr/>
        </p:nvGrpSpPr>
        <p:grpSpPr bwMode="auto">
          <a:xfrm>
            <a:off x="15856575" y="8999393"/>
            <a:ext cx="299623" cy="246272"/>
            <a:chOff x="1616" y="2983"/>
            <a:chExt cx="318" cy="313"/>
          </a:xfrm>
        </p:grpSpPr>
        <p:sp>
          <p:nvSpPr>
            <p:cNvPr id="65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616" y="2983"/>
              <a:ext cx="31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ectangle 17"/>
            <p:cNvSpPr>
              <a:spLocks noChangeArrowheads="1"/>
            </p:cNvSpPr>
            <p:nvPr/>
          </p:nvSpPr>
          <p:spPr bwMode="auto">
            <a:xfrm>
              <a:off x="1616" y="3016"/>
              <a:ext cx="280" cy="277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18"/>
            <p:cNvSpPr>
              <a:spLocks noChangeArrowheads="1"/>
            </p:cNvSpPr>
            <p:nvPr/>
          </p:nvSpPr>
          <p:spPr bwMode="auto">
            <a:xfrm>
              <a:off x="1617" y="3017"/>
              <a:ext cx="278" cy="2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miter lim="800000"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19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0"/>
            <p:cNvSpPr/>
            <p:nvPr/>
          </p:nvSpPr>
          <p:spPr bwMode="auto">
            <a:xfrm>
              <a:off x="1616" y="2983"/>
              <a:ext cx="315" cy="33"/>
            </a:xfrm>
            <a:custGeom>
              <a:avLst/>
              <a:gdLst>
                <a:gd name="T0" fmla="*/ 0 w 315"/>
                <a:gd name="T1" fmla="*/ 33 h 33"/>
                <a:gd name="T2" fmla="*/ 36 w 315"/>
                <a:gd name="T3" fmla="*/ 0 h 33"/>
                <a:gd name="T4" fmla="*/ 315 w 315"/>
                <a:gd name="T5" fmla="*/ 0 h 33"/>
                <a:gd name="T6" fmla="*/ 280 w 315"/>
                <a:gd name="T7" fmla="*/ 33 h 33"/>
                <a:gd name="T8" fmla="*/ 0 w 31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33">
                  <a:moveTo>
                    <a:pt x="0" y="33"/>
                  </a:moveTo>
                  <a:lnTo>
                    <a:pt x="36" y="0"/>
                  </a:lnTo>
                  <a:lnTo>
                    <a:pt x="315" y="0"/>
                  </a:lnTo>
                  <a:lnTo>
                    <a:pt x="280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1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22"/>
            <p:cNvSpPr/>
            <p:nvPr/>
          </p:nvSpPr>
          <p:spPr bwMode="auto">
            <a:xfrm>
              <a:off x="1896" y="2983"/>
              <a:ext cx="35" cy="308"/>
            </a:xfrm>
            <a:custGeom>
              <a:avLst/>
              <a:gdLst>
                <a:gd name="T0" fmla="*/ 0 w 35"/>
                <a:gd name="T1" fmla="*/ 33 h 308"/>
                <a:gd name="T2" fmla="*/ 35 w 35"/>
                <a:gd name="T3" fmla="*/ 0 h 308"/>
                <a:gd name="T4" fmla="*/ 35 w 35"/>
                <a:gd name="T5" fmla="*/ 275 h 308"/>
                <a:gd name="T6" fmla="*/ 0 w 35"/>
                <a:gd name="T7" fmla="*/ 308 h 308"/>
                <a:gd name="T8" fmla="*/ 0 w 35"/>
                <a:gd name="T9" fmla="*/ 3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8">
                  <a:moveTo>
                    <a:pt x="0" y="33"/>
                  </a:moveTo>
                  <a:lnTo>
                    <a:pt x="35" y="0"/>
                  </a:lnTo>
                  <a:lnTo>
                    <a:pt x="35" y="275"/>
                  </a:lnTo>
                  <a:lnTo>
                    <a:pt x="0" y="30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4763">
              <a:solidFill>
                <a:srgbClr val="AAE6FF"/>
              </a:solidFill>
              <a:prstDash val="solid"/>
              <a:round/>
            </a:ln>
          </p:spPr>
          <p:txBody>
            <a:bodyPr vert="horz" wrap="square" lIns="68590" tIns="34292" rIns="68590" bIns="34292" numCol="1" anchor="t" anchorCtr="0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82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2" name="Group 27"/>
            <p:cNvGrpSpPr/>
            <p:nvPr/>
          </p:nvGrpSpPr>
          <p:grpSpPr bwMode="auto">
            <a:xfrm>
              <a:off x="1636" y="3042"/>
              <a:ext cx="247" cy="236"/>
              <a:chOff x="1636" y="3042"/>
              <a:chExt cx="247" cy="236"/>
            </a:xfrm>
          </p:grpSpPr>
          <p:sp>
            <p:nvSpPr>
              <p:cNvPr id="73" name="Freeform 23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Freeform 24"/>
              <p:cNvSpPr/>
              <p:nvPr/>
            </p:nvSpPr>
            <p:spPr bwMode="auto">
              <a:xfrm>
                <a:off x="1636" y="3042"/>
                <a:ext cx="245" cy="234"/>
              </a:xfrm>
              <a:custGeom>
                <a:avLst/>
                <a:gdLst>
                  <a:gd name="T0" fmla="*/ 36 w 245"/>
                  <a:gd name="T1" fmla="*/ 0 h 234"/>
                  <a:gd name="T2" fmla="*/ 36 w 245"/>
                  <a:gd name="T3" fmla="*/ 28 h 234"/>
                  <a:gd name="T4" fmla="*/ 92 w 245"/>
                  <a:gd name="T5" fmla="*/ 28 h 234"/>
                  <a:gd name="T6" fmla="*/ 122 w 245"/>
                  <a:gd name="T7" fmla="*/ 91 h 234"/>
                  <a:gd name="T8" fmla="*/ 153 w 245"/>
                  <a:gd name="T9" fmla="*/ 28 h 234"/>
                  <a:gd name="T10" fmla="*/ 209 w 245"/>
                  <a:gd name="T11" fmla="*/ 28 h 234"/>
                  <a:gd name="T12" fmla="*/ 209 w 245"/>
                  <a:gd name="T13" fmla="*/ 0 h 234"/>
                  <a:gd name="T14" fmla="*/ 245 w 245"/>
                  <a:gd name="T15" fmla="*/ 35 h 234"/>
                  <a:gd name="T16" fmla="*/ 209 w 245"/>
                  <a:gd name="T17" fmla="*/ 71 h 234"/>
                  <a:gd name="T18" fmla="*/ 209 w 245"/>
                  <a:gd name="T19" fmla="*/ 45 h 234"/>
                  <a:gd name="T20" fmla="*/ 168 w 245"/>
                  <a:gd name="T21" fmla="*/ 45 h 234"/>
                  <a:gd name="T22" fmla="*/ 135 w 245"/>
                  <a:gd name="T23" fmla="*/ 117 h 234"/>
                  <a:gd name="T24" fmla="*/ 168 w 245"/>
                  <a:gd name="T25" fmla="*/ 188 h 234"/>
                  <a:gd name="T26" fmla="*/ 209 w 245"/>
                  <a:gd name="T27" fmla="*/ 188 h 234"/>
                  <a:gd name="T28" fmla="*/ 209 w 245"/>
                  <a:gd name="T29" fmla="*/ 162 h 234"/>
                  <a:gd name="T30" fmla="*/ 245 w 245"/>
                  <a:gd name="T31" fmla="*/ 198 h 234"/>
                  <a:gd name="T32" fmla="*/ 209 w 245"/>
                  <a:gd name="T33" fmla="*/ 234 h 234"/>
                  <a:gd name="T34" fmla="*/ 209 w 245"/>
                  <a:gd name="T35" fmla="*/ 208 h 234"/>
                  <a:gd name="T36" fmla="*/ 153 w 245"/>
                  <a:gd name="T37" fmla="*/ 208 h 234"/>
                  <a:gd name="T38" fmla="*/ 122 w 245"/>
                  <a:gd name="T39" fmla="*/ 142 h 234"/>
                  <a:gd name="T40" fmla="*/ 92 w 245"/>
                  <a:gd name="T41" fmla="*/ 208 h 234"/>
                  <a:gd name="T42" fmla="*/ 36 w 245"/>
                  <a:gd name="T43" fmla="*/ 208 h 234"/>
                  <a:gd name="T44" fmla="*/ 36 w 245"/>
                  <a:gd name="T45" fmla="*/ 234 h 234"/>
                  <a:gd name="T46" fmla="*/ 0 w 245"/>
                  <a:gd name="T47" fmla="*/ 198 h 234"/>
                  <a:gd name="T48" fmla="*/ 36 w 245"/>
                  <a:gd name="T49" fmla="*/ 162 h 234"/>
                  <a:gd name="T50" fmla="*/ 36 w 245"/>
                  <a:gd name="T51" fmla="*/ 188 h 234"/>
                  <a:gd name="T52" fmla="*/ 74 w 245"/>
                  <a:gd name="T53" fmla="*/ 188 h 234"/>
                  <a:gd name="T54" fmla="*/ 110 w 245"/>
                  <a:gd name="T55" fmla="*/ 117 h 234"/>
                  <a:gd name="T56" fmla="*/ 74 w 245"/>
                  <a:gd name="T57" fmla="*/ 45 h 234"/>
                  <a:gd name="T58" fmla="*/ 36 w 245"/>
                  <a:gd name="T59" fmla="*/ 45 h 234"/>
                  <a:gd name="T60" fmla="*/ 36 w 245"/>
                  <a:gd name="T61" fmla="*/ 71 h 234"/>
                  <a:gd name="T62" fmla="*/ 0 w 245"/>
                  <a:gd name="T63" fmla="*/ 35 h 234"/>
                  <a:gd name="T64" fmla="*/ 36 w 245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5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2" y="28"/>
                    </a:lnTo>
                    <a:lnTo>
                      <a:pt x="122" y="91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5" y="35"/>
                    </a:lnTo>
                    <a:lnTo>
                      <a:pt x="209" y="71"/>
                    </a:lnTo>
                    <a:lnTo>
                      <a:pt x="209" y="45"/>
                    </a:lnTo>
                    <a:lnTo>
                      <a:pt x="168" y="45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2"/>
                    </a:lnTo>
                    <a:lnTo>
                      <a:pt x="245" y="198"/>
                    </a:lnTo>
                    <a:lnTo>
                      <a:pt x="209" y="234"/>
                    </a:lnTo>
                    <a:lnTo>
                      <a:pt x="209" y="208"/>
                    </a:lnTo>
                    <a:lnTo>
                      <a:pt x="153" y="208"/>
                    </a:lnTo>
                    <a:lnTo>
                      <a:pt x="122" y="142"/>
                    </a:lnTo>
                    <a:lnTo>
                      <a:pt x="92" y="208"/>
                    </a:lnTo>
                    <a:lnTo>
                      <a:pt x="36" y="208"/>
                    </a:lnTo>
                    <a:lnTo>
                      <a:pt x="36" y="234"/>
                    </a:lnTo>
                    <a:lnTo>
                      <a:pt x="0" y="198"/>
                    </a:lnTo>
                    <a:lnTo>
                      <a:pt x="36" y="162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10" y="117"/>
                    </a:lnTo>
                    <a:lnTo>
                      <a:pt x="74" y="45"/>
                    </a:lnTo>
                    <a:lnTo>
                      <a:pt x="36" y="45"/>
                    </a:lnTo>
                    <a:lnTo>
                      <a:pt x="36" y="71"/>
                    </a:lnTo>
                    <a:lnTo>
                      <a:pt x="0" y="3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" name="Freeform 25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Freeform 26"/>
              <p:cNvSpPr/>
              <p:nvPr/>
            </p:nvSpPr>
            <p:spPr bwMode="auto">
              <a:xfrm>
                <a:off x="1639" y="3044"/>
                <a:ext cx="244" cy="234"/>
              </a:xfrm>
              <a:custGeom>
                <a:avLst/>
                <a:gdLst>
                  <a:gd name="T0" fmla="*/ 36 w 244"/>
                  <a:gd name="T1" fmla="*/ 0 h 234"/>
                  <a:gd name="T2" fmla="*/ 36 w 244"/>
                  <a:gd name="T3" fmla="*/ 28 h 234"/>
                  <a:gd name="T4" fmla="*/ 91 w 244"/>
                  <a:gd name="T5" fmla="*/ 28 h 234"/>
                  <a:gd name="T6" fmla="*/ 122 w 244"/>
                  <a:gd name="T7" fmla="*/ 92 h 234"/>
                  <a:gd name="T8" fmla="*/ 153 w 244"/>
                  <a:gd name="T9" fmla="*/ 28 h 234"/>
                  <a:gd name="T10" fmla="*/ 209 w 244"/>
                  <a:gd name="T11" fmla="*/ 28 h 234"/>
                  <a:gd name="T12" fmla="*/ 209 w 244"/>
                  <a:gd name="T13" fmla="*/ 0 h 234"/>
                  <a:gd name="T14" fmla="*/ 244 w 244"/>
                  <a:gd name="T15" fmla="*/ 36 h 234"/>
                  <a:gd name="T16" fmla="*/ 209 w 244"/>
                  <a:gd name="T17" fmla="*/ 71 h 234"/>
                  <a:gd name="T18" fmla="*/ 209 w 244"/>
                  <a:gd name="T19" fmla="*/ 46 h 234"/>
                  <a:gd name="T20" fmla="*/ 168 w 244"/>
                  <a:gd name="T21" fmla="*/ 46 h 234"/>
                  <a:gd name="T22" fmla="*/ 135 w 244"/>
                  <a:gd name="T23" fmla="*/ 117 h 234"/>
                  <a:gd name="T24" fmla="*/ 168 w 244"/>
                  <a:gd name="T25" fmla="*/ 188 h 234"/>
                  <a:gd name="T26" fmla="*/ 209 w 244"/>
                  <a:gd name="T27" fmla="*/ 188 h 234"/>
                  <a:gd name="T28" fmla="*/ 209 w 244"/>
                  <a:gd name="T29" fmla="*/ 163 h 234"/>
                  <a:gd name="T30" fmla="*/ 244 w 244"/>
                  <a:gd name="T31" fmla="*/ 199 h 234"/>
                  <a:gd name="T32" fmla="*/ 209 w 244"/>
                  <a:gd name="T33" fmla="*/ 234 h 234"/>
                  <a:gd name="T34" fmla="*/ 209 w 244"/>
                  <a:gd name="T35" fmla="*/ 209 h 234"/>
                  <a:gd name="T36" fmla="*/ 153 w 244"/>
                  <a:gd name="T37" fmla="*/ 209 h 234"/>
                  <a:gd name="T38" fmla="*/ 122 w 244"/>
                  <a:gd name="T39" fmla="*/ 143 h 234"/>
                  <a:gd name="T40" fmla="*/ 91 w 244"/>
                  <a:gd name="T41" fmla="*/ 209 h 234"/>
                  <a:gd name="T42" fmla="*/ 36 w 244"/>
                  <a:gd name="T43" fmla="*/ 209 h 234"/>
                  <a:gd name="T44" fmla="*/ 36 w 244"/>
                  <a:gd name="T45" fmla="*/ 234 h 234"/>
                  <a:gd name="T46" fmla="*/ 0 w 244"/>
                  <a:gd name="T47" fmla="*/ 199 h 234"/>
                  <a:gd name="T48" fmla="*/ 36 w 244"/>
                  <a:gd name="T49" fmla="*/ 163 h 234"/>
                  <a:gd name="T50" fmla="*/ 36 w 244"/>
                  <a:gd name="T51" fmla="*/ 188 h 234"/>
                  <a:gd name="T52" fmla="*/ 74 w 244"/>
                  <a:gd name="T53" fmla="*/ 188 h 234"/>
                  <a:gd name="T54" fmla="*/ 109 w 244"/>
                  <a:gd name="T55" fmla="*/ 117 h 234"/>
                  <a:gd name="T56" fmla="*/ 74 w 244"/>
                  <a:gd name="T57" fmla="*/ 46 h 234"/>
                  <a:gd name="T58" fmla="*/ 36 w 244"/>
                  <a:gd name="T59" fmla="*/ 46 h 234"/>
                  <a:gd name="T60" fmla="*/ 36 w 244"/>
                  <a:gd name="T61" fmla="*/ 71 h 234"/>
                  <a:gd name="T62" fmla="*/ 0 w 244"/>
                  <a:gd name="T63" fmla="*/ 36 h 234"/>
                  <a:gd name="T64" fmla="*/ 36 w 244"/>
                  <a:gd name="T65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234">
                    <a:moveTo>
                      <a:pt x="36" y="0"/>
                    </a:moveTo>
                    <a:lnTo>
                      <a:pt x="36" y="28"/>
                    </a:lnTo>
                    <a:lnTo>
                      <a:pt x="91" y="28"/>
                    </a:lnTo>
                    <a:lnTo>
                      <a:pt x="122" y="92"/>
                    </a:lnTo>
                    <a:lnTo>
                      <a:pt x="153" y="28"/>
                    </a:lnTo>
                    <a:lnTo>
                      <a:pt x="209" y="28"/>
                    </a:lnTo>
                    <a:lnTo>
                      <a:pt x="209" y="0"/>
                    </a:lnTo>
                    <a:lnTo>
                      <a:pt x="244" y="36"/>
                    </a:lnTo>
                    <a:lnTo>
                      <a:pt x="209" y="71"/>
                    </a:lnTo>
                    <a:lnTo>
                      <a:pt x="209" y="46"/>
                    </a:lnTo>
                    <a:lnTo>
                      <a:pt x="168" y="46"/>
                    </a:lnTo>
                    <a:lnTo>
                      <a:pt x="135" y="117"/>
                    </a:lnTo>
                    <a:lnTo>
                      <a:pt x="168" y="188"/>
                    </a:lnTo>
                    <a:lnTo>
                      <a:pt x="209" y="188"/>
                    </a:lnTo>
                    <a:lnTo>
                      <a:pt x="209" y="163"/>
                    </a:lnTo>
                    <a:lnTo>
                      <a:pt x="244" y="199"/>
                    </a:lnTo>
                    <a:lnTo>
                      <a:pt x="209" y="234"/>
                    </a:lnTo>
                    <a:lnTo>
                      <a:pt x="209" y="209"/>
                    </a:lnTo>
                    <a:lnTo>
                      <a:pt x="153" y="209"/>
                    </a:lnTo>
                    <a:lnTo>
                      <a:pt x="122" y="143"/>
                    </a:lnTo>
                    <a:lnTo>
                      <a:pt x="91" y="209"/>
                    </a:lnTo>
                    <a:lnTo>
                      <a:pt x="36" y="209"/>
                    </a:lnTo>
                    <a:lnTo>
                      <a:pt x="36" y="234"/>
                    </a:lnTo>
                    <a:lnTo>
                      <a:pt x="0" y="199"/>
                    </a:lnTo>
                    <a:lnTo>
                      <a:pt x="36" y="163"/>
                    </a:lnTo>
                    <a:lnTo>
                      <a:pt x="36" y="188"/>
                    </a:lnTo>
                    <a:lnTo>
                      <a:pt x="74" y="188"/>
                    </a:lnTo>
                    <a:lnTo>
                      <a:pt x="109" y="117"/>
                    </a:lnTo>
                    <a:lnTo>
                      <a:pt x="74" y="46"/>
                    </a:lnTo>
                    <a:lnTo>
                      <a:pt x="36" y="46"/>
                    </a:lnTo>
                    <a:lnTo>
                      <a:pt x="36" y="71"/>
                    </a:lnTo>
                    <a:lnTo>
                      <a:pt x="0" y="3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90" tIns="34292" rIns="68590" bIns="34292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82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15426272" y="10648389"/>
            <a:ext cx="4305312" cy="3445713"/>
            <a:chOff x="7387960" y="4657628"/>
            <a:chExt cx="2752647" cy="2203053"/>
          </a:xfrm>
        </p:grpSpPr>
        <p:pic>
          <p:nvPicPr>
            <p:cNvPr id="77" name="Picture 76"/>
            <p:cNvPicPr>
              <a:picLocks noChangeAspect="1"/>
            </p:cNvPicPr>
            <p:nvPr/>
          </p:nvPicPr>
          <p:blipFill rotWithShape="1">
            <a:blip r:embed="rId3"/>
            <a:srcRect t="1" b="29557"/>
            <a:stretch>
              <a:fillRect/>
            </a:stretch>
          </p:blipFill>
          <p:spPr>
            <a:xfrm>
              <a:off x="9574512" y="4673990"/>
              <a:ext cx="564096" cy="550254"/>
            </a:xfrm>
            <a:prstGeom prst="rect">
              <a:avLst/>
            </a:prstGeom>
          </p:spPr>
        </p:pic>
        <p:sp>
          <p:nvSpPr>
            <p:cNvPr id="78" name="Rectangle 77"/>
            <p:cNvSpPr/>
            <p:nvPr/>
          </p:nvSpPr>
          <p:spPr>
            <a:xfrm>
              <a:off x="9568724" y="466565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582397" y="5214305"/>
              <a:ext cx="352770" cy="157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5G RU</a:t>
              </a:r>
            </a:p>
          </p:txBody>
        </p:sp>
        <p:pic>
          <p:nvPicPr>
            <p:cNvPr id="80" name="Picture 7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8954" y="4657628"/>
              <a:ext cx="571883" cy="553139"/>
            </a:xfrm>
            <a:prstGeom prst="rect">
              <a:avLst/>
            </a:prstGeom>
          </p:spPr>
        </p:pic>
        <p:grpSp>
          <p:nvGrpSpPr>
            <p:cNvPr id="81" name="Group 80"/>
            <p:cNvGrpSpPr/>
            <p:nvPr/>
          </p:nvGrpSpPr>
          <p:grpSpPr>
            <a:xfrm>
              <a:off x="7387960" y="4657629"/>
              <a:ext cx="632877" cy="766618"/>
              <a:chOff x="4100983" y="2420425"/>
              <a:chExt cx="632877" cy="766618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4161977" y="2420425"/>
                <a:ext cx="571883" cy="766618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100983" y="2965884"/>
                <a:ext cx="448623" cy="1567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WiFi6 AP</a:t>
                </a:r>
              </a:p>
            </p:txBody>
          </p:sp>
        </p:grpSp>
        <p:pic>
          <p:nvPicPr>
            <p:cNvPr id="84" name="Picture 83"/>
            <p:cNvPicPr>
              <a:picLocks noChangeAspect="1"/>
            </p:cNvPicPr>
            <p:nvPr/>
          </p:nvPicPr>
          <p:blipFill rotWithShape="1">
            <a:blip r:embed="rId5"/>
            <a:srcRect r="9405"/>
            <a:stretch>
              <a:fillRect/>
            </a:stretch>
          </p:blipFill>
          <p:spPr>
            <a:xfrm>
              <a:off x="8555450" y="4657628"/>
              <a:ext cx="565197" cy="553139"/>
            </a:xfrm>
            <a:prstGeom prst="rect">
              <a:avLst/>
            </a:prstGeom>
          </p:spPr>
        </p:pic>
        <p:grpSp>
          <p:nvGrpSpPr>
            <p:cNvPr id="85" name="Group 84"/>
            <p:cNvGrpSpPr/>
            <p:nvPr/>
          </p:nvGrpSpPr>
          <p:grpSpPr>
            <a:xfrm>
              <a:off x="8543282" y="4657628"/>
              <a:ext cx="577365" cy="766618"/>
              <a:chOff x="4156495" y="2420425"/>
              <a:chExt cx="577365" cy="766618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4161977" y="2420425"/>
                <a:ext cx="571883" cy="766618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156495" y="2968044"/>
                <a:ext cx="380822" cy="1567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LiFi</a:t>
                </a:r>
                <a:r>
                  <a:rPr lang="en-GB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</a:t>
                </a:r>
              </a:p>
            </p:txBody>
          </p:sp>
        </p:grpSp>
        <p:sp>
          <p:nvSpPr>
            <p:cNvPr id="88" name="Thought Bubble: Cloud 87"/>
            <p:cNvSpPr/>
            <p:nvPr/>
          </p:nvSpPr>
          <p:spPr>
            <a:xfrm>
              <a:off x="8804186" y="5860784"/>
              <a:ext cx="1199208" cy="999897"/>
            </a:xfrm>
            <a:prstGeom prst="cloudCallout">
              <a:avLst>
                <a:gd name="adj1" fmla="val -61115"/>
                <a:gd name="adj2" fmla="val 32840"/>
              </a:avLst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991851" y="6549636"/>
              <a:ext cx="589521" cy="11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700"/>
                </a:lnSpc>
              </a:pPr>
              <a:r>
                <a:rPr lang="en-GB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Multi-access CPE</a:t>
              </a:r>
            </a:p>
          </p:txBody>
        </p:sp>
        <p:pic>
          <p:nvPicPr>
            <p:cNvPr id="90" name="Picture 89" descr="Shape&#10;&#10;Description automatically generated with low confidence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028037">
              <a:off x="7686962" y="5454206"/>
              <a:ext cx="120990" cy="120990"/>
            </a:xfrm>
            <a:prstGeom prst="rect">
              <a:avLst/>
            </a:prstGeom>
          </p:spPr>
        </p:pic>
        <p:pic>
          <p:nvPicPr>
            <p:cNvPr id="91" name="Picture 90" descr="Icon&#10;&#10;Description automatically generated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97026" y="5429166"/>
              <a:ext cx="183586" cy="183586"/>
            </a:xfrm>
            <a:prstGeom prst="rect">
              <a:avLst/>
            </a:prstGeom>
          </p:spPr>
        </p:pic>
        <p:pic>
          <p:nvPicPr>
            <p:cNvPr id="92" name="Picture 91" descr="Shape&#10;&#10;Description automatically generated with low confidence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8740685" y="5424245"/>
              <a:ext cx="188771" cy="188771"/>
            </a:xfrm>
            <a:prstGeom prst="rect">
              <a:avLst/>
            </a:prstGeom>
          </p:spPr>
        </p:pic>
        <p:pic>
          <p:nvPicPr>
            <p:cNvPr id="93" name="Picture 92" descr="Icon&#10;&#10;Description automatically generated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888821" y="5810017"/>
              <a:ext cx="302538" cy="262987"/>
            </a:xfrm>
            <a:prstGeom prst="rect">
              <a:avLst/>
            </a:prstGeom>
          </p:spPr>
        </p:pic>
        <p:pic>
          <p:nvPicPr>
            <p:cNvPr id="94" name="Picture 93" descr="Icon&#10;&#10;Description automatically generated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204442" y="5810016"/>
              <a:ext cx="302538" cy="262987"/>
            </a:xfrm>
            <a:prstGeom prst="rect">
              <a:avLst/>
            </a:prstGeom>
          </p:spPr>
        </p:pic>
        <p:pic>
          <p:nvPicPr>
            <p:cNvPr id="95" name="Picture 94" descr="Icon&#10;&#10;Description automatically generated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525862" y="5811428"/>
              <a:ext cx="302538" cy="262987"/>
            </a:xfrm>
            <a:prstGeom prst="rect">
              <a:avLst/>
            </a:prstGeom>
          </p:spPr>
        </p:pic>
        <p:pic>
          <p:nvPicPr>
            <p:cNvPr id="96" name="Picture 95"/>
            <p:cNvPicPr>
              <a:picLocks noChangeAspect="1"/>
            </p:cNvPicPr>
            <p:nvPr/>
          </p:nvPicPr>
          <p:blipFill rotWithShape="1">
            <a:blip r:embed="rId10"/>
            <a:srcRect t="-19376" b="30145"/>
            <a:stretch>
              <a:fillRect/>
            </a:stretch>
          </p:blipFill>
          <p:spPr>
            <a:xfrm>
              <a:off x="9056602" y="5824488"/>
              <a:ext cx="646834" cy="746576"/>
            </a:xfrm>
            <a:prstGeom prst="rect">
              <a:avLst/>
            </a:prstGeom>
          </p:spPr>
        </p:pic>
        <p:cxnSp>
          <p:nvCxnSpPr>
            <p:cNvPr id="97" name="Connector: Curved 96"/>
            <p:cNvCxnSpPr/>
            <p:nvPr/>
          </p:nvCxnSpPr>
          <p:spPr>
            <a:xfrm>
              <a:off x="7885124" y="5600236"/>
              <a:ext cx="979427" cy="335069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: Curved 97"/>
            <p:cNvCxnSpPr>
              <a:stCxn id="92" idx="0"/>
              <a:endCxn id="96" idx="0"/>
            </p:cNvCxnSpPr>
            <p:nvPr/>
          </p:nvCxnSpPr>
          <p:spPr>
            <a:xfrm rot="16200000" flipH="1">
              <a:off x="9001808" y="5446277"/>
              <a:ext cx="211472" cy="544949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Curved 98"/>
            <p:cNvCxnSpPr>
              <a:stCxn id="91" idx="2"/>
              <a:endCxn id="95" idx="0"/>
            </p:cNvCxnSpPr>
            <p:nvPr/>
          </p:nvCxnSpPr>
          <p:spPr>
            <a:xfrm rot="5400000">
              <a:off x="9683637" y="5606246"/>
              <a:ext cx="198676" cy="211688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/>
            <p:cNvSpPr/>
            <p:nvPr/>
          </p:nvSpPr>
          <p:spPr>
            <a:xfrm>
              <a:off x="9376460" y="6038881"/>
              <a:ext cx="313379" cy="1019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">
                <a:solidFill>
                  <a:schemeClr val="tx1"/>
                </a:solidFill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332647" y="5995649"/>
              <a:ext cx="261553" cy="118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"/>
                <a:t>MPTCP</a:t>
              </a:r>
            </a:p>
          </p:txBody>
        </p:sp>
      </p:grpSp>
      <p:cxnSp>
        <p:nvCxnSpPr>
          <p:cNvPr id="103" name="Connector: Elbow 102"/>
          <p:cNvCxnSpPr>
            <a:stCxn id="82" idx="0"/>
            <a:endCxn id="27" idx="2"/>
          </p:cNvCxnSpPr>
          <p:nvPr/>
        </p:nvCxnSpPr>
        <p:spPr>
          <a:xfrm rot="16200000" flipV="1">
            <a:off x="14543370" y="9222859"/>
            <a:ext cx="1419687" cy="1431374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/>
          <p:cNvCxnSpPr>
            <a:stCxn id="84" idx="0"/>
            <a:endCxn id="27" idx="2"/>
          </p:cNvCxnSpPr>
          <p:nvPr/>
        </p:nvCxnSpPr>
        <p:spPr>
          <a:xfrm rot="16200000" flipV="1">
            <a:off x="15406071" y="8360159"/>
            <a:ext cx="1419685" cy="3156774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502410" y="7756739"/>
            <a:ext cx="4581941" cy="3043858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21500497" y="10805695"/>
            <a:ext cx="4583850" cy="31393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0850" y="12495617"/>
            <a:ext cx="732632" cy="1038562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23130853" y="12497726"/>
            <a:ext cx="729553" cy="1254469"/>
            <a:chOff x="4161977" y="2420425"/>
            <a:chExt cx="571883" cy="695566"/>
          </a:xfrm>
        </p:grpSpPr>
        <p:sp>
          <p:nvSpPr>
            <p:cNvPr id="7" name="Rectangle 6"/>
            <p:cNvSpPr/>
            <p:nvPr/>
          </p:nvSpPr>
          <p:spPr>
            <a:xfrm>
              <a:off x="4161977" y="2420425"/>
              <a:ext cx="571883" cy="67672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6803" y="2980085"/>
              <a:ext cx="502230" cy="135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Robot</a:t>
              </a:r>
            </a:p>
          </p:txBody>
        </p:sp>
      </p:grpSp>
      <p:sp>
        <p:nvSpPr>
          <p:cNvPr id="9" name="Rectangle: Rounded Corners 8"/>
          <p:cNvSpPr/>
          <p:nvPr/>
        </p:nvSpPr>
        <p:spPr>
          <a:xfrm>
            <a:off x="22285201" y="10191480"/>
            <a:ext cx="3500793" cy="551830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1" b="29557"/>
          <a:stretch>
            <a:fillRect/>
          </a:stretch>
        </p:blipFill>
        <p:spPr>
          <a:xfrm>
            <a:off x="24570474" y="10904309"/>
            <a:ext cx="564183" cy="5503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4564688" y="10895969"/>
            <a:ext cx="571971" cy="76673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24578358" y="11444708"/>
            <a:ext cx="5517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RU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4591" y="10887944"/>
            <a:ext cx="571971" cy="553224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2383587" y="10887943"/>
            <a:ext cx="701675" cy="790653"/>
            <a:chOff x="4100983" y="2420425"/>
            <a:chExt cx="701567" cy="790531"/>
          </a:xfrm>
        </p:grpSpPr>
        <p:sp>
          <p:nvSpPr>
            <p:cNvPr id="15" name="Rectangle 14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00983" y="2965884"/>
              <a:ext cx="701567" cy="245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WiFi6 AP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r="9405"/>
          <a:stretch>
            <a:fillRect/>
          </a:stretch>
        </p:blipFill>
        <p:spPr>
          <a:xfrm>
            <a:off x="23551255" y="10887944"/>
            <a:ext cx="565284" cy="553224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23539079" y="10887942"/>
            <a:ext cx="595630" cy="792813"/>
            <a:chOff x="4156495" y="2420425"/>
            <a:chExt cx="595539" cy="792691"/>
          </a:xfrm>
        </p:grpSpPr>
        <p:sp>
          <p:nvSpPr>
            <p:cNvPr id="19" name="Rectangle 18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56495" y="2968044"/>
              <a:ext cx="595539" cy="245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LiFi</a:t>
              </a:r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2263948" y="10455729"/>
            <a:ext cx="99949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46224" y="10454001"/>
            <a:ext cx="95694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pic>
        <p:nvPicPr>
          <p:cNvPr id="23" name="Picture 22" descr="Shape&#10;&#10;Description automatically generated with low confidenc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307" y="7897407"/>
            <a:ext cx="630013" cy="63001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007576" y="10487882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CU+DU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99425" y="9913086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ore</a:t>
            </a:r>
            <a:endParaRPr lang="en-GB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4" r="7025"/>
          <a:stretch>
            <a:fillRect/>
          </a:stretch>
        </p:blipFill>
        <p:spPr>
          <a:xfrm>
            <a:off x="24613014" y="9526964"/>
            <a:ext cx="481468" cy="573103"/>
          </a:xfrm>
          <a:prstGeom prst="rect">
            <a:avLst/>
          </a:prstGeom>
        </p:spPr>
      </p:pic>
      <p:pic>
        <p:nvPicPr>
          <p:cNvPr id="27" name="Picture 26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4" b="7443"/>
          <a:stretch>
            <a:fillRect/>
          </a:stretch>
        </p:blipFill>
        <p:spPr>
          <a:xfrm>
            <a:off x="24597805" y="10257544"/>
            <a:ext cx="511891" cy="4293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2235253" y="9965427"/>
            <a:ext cx="8432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Edge Cluster</a:t>
            </a:r>
          </a:p>
        </p:txBody>
      </p:sp>
      <p:sp>
        <p:nvSpPr>
          <p:cNvPr id="29" name="Thought Bubble: Cloud 28"/>
          <p:cNvSpPr/>
          <p:nvPr/>
        </p:nvSpPr>
        <p:spPr>
          <a:xfrm>
            <a:off x="23800030" y="12091286"/>
            <a:ext cx="1199393" cy="1000051"/>
          </a:xfrm>
          <a:prstGeom prst="cloudCallout">
            <a:avLst>
              <a:gd name="adj1" fmla="val -61115"/>
              <a:gd name="adj2" fmla="val 3284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23987725" y="12780244"/>
            <a:ext cx="707245" cy="273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Multi-access</a:t>
            </a:r>
          </a:p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CPE</a:t>
            </a:r>
          </a:p>
        </p:txBody>
      </p:sp>
      <p:pic>
        <p:nvPicPr>
          <p:cNvPr id="31" name="Picture 30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5" r="10626" b="78667"/>
          <a:stretch>
            <a:fillRect/>
          </a:stretch>
        </p:blipFill>
        <p:spPr>
          <a:xfrm>
            <a:off x="22349966" y="10253301"/>
            <a:ext cx="752817" cy="201662"/>
          </a:xfrm>
          <a:prstGeom prst="rect">
            <a:avLst/>
          </a:prstGeom>
        </p:spPr>
      </p:pic>
      <p:pic>
        <p:nvPicPr>
          <p:cNvPr id="32" name="Picture 31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1" r="10674" b="78667"/>
          <a:stretch>
            <a:fillRect/>
          </a:stretch>
        </p:blipFill>
        <p:spPr>
          <a:xfrm>
            <a:off x="23455320" y="10253037"/>
            <a:ext cx="753532" cy="201662"/>
          </a:xfrm>
          <a:prstGeom prst="rect">
            <a:avLst/>
          </a:prstGeom>
        </p:spPr>
      </p:pic>
      <p:cxnSp>
        <p:nvCxnSpPr>
          <p:cNvPr id="33" name="Straight Connector 32"/>
          <p:cNvCxnSpPr>
            <a:stCxn id="27" idx="2"/>
            <a:endCxn id="10" idx="0"/>
          </p:cNvCxnSpPr>
          <p:nvPr/>
        </p:nvCxnSpPr>
        <p:spPr>
          <a:xfrm flipH="1">
            <a:off x="24852567" y="10686881"/>
            <a:ext cx="1185" cy="217427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6" idx="2"/>
            <a:endCxn id="27" idx="0"/>
          </p:cNvCxnSpPr>
          <p:nvPr/>
        </p:nvCxnSpPr>
        <p:spPr>
          <a:xfrm>
            <a:off x="24853748" y="10100062"/>
            <a:ext cx="0" cy="157482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Shape&#10;&#10;Description automatically generated with low confidenc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2781" y="9229459"/>
            <a:ext cx="368424" cy="368424"/>
          </a:xfrm>
          <a:prstGeom prst="rect">
            <a:avLst/>
          </a:prstGeom>
        </p:spPr>
      </p:pic>
      <p:cxnSp>
        <p:nvCxnSpPr>
          <p:cNvPr id="36" name="Connector: Elbow 35"/>
          <p:cNvCxnSpPr>
            <a:stCxn id="31" idx="3"/>
            <a:endCxn id="35" idx="2"/>
          </p:cNvCxnSpPr>
          <p:nvPr/>
        </p:nvCxnSpPr>
        <p:spPr>
          <a:xfrm flipV="1">
            <a:off x="23102778" y="9597879"/>
            <a:ext cx="184212" cy="75625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/>
          <p:cNvCxnSpPr>
            <a:stCxn id="32" idx="1"/>
            <a:endCxn id="35" idx="2"/>
          </p:cNvCxnSpPr>
          <p:nvPr/>
        </p:nvCxnSpPr>
        <p:spPr>
          <a:xfrm rot="10800000">
            <a:off x="23286990" y="9597879"/>
            <a:ext cx="168330" cy="755986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/>
          <p:cNvCxnSpPr>
            <a:stCxn id="26" idx="1"/>
            <a:endCxn id="35" idx="2"/>
          </p:cNvCxnSpPr>
          <p:nvPr/>
        </p:nvCxnSpPr>
        <p:spPr>
          <a:xfrm rot="10800000">
            <a:off x="23286990" y="9597882"/>
            <a:ext cx="1326024" cy="215631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/>
          <p:cNvCxnSpPr>
            <a:endCxn id="31" idx="1"/>
          </p:cNvCxnSpPr>
          <p:nvPr/>
        </p:nvCxnSpPr>
        <p:spPr>
          <a:xfrm rot="10800000">
            <a:off x="22349965" y="10354134"/>
            <a:ext cx="94626" cy="917180"/>
          </a:xfrm>
          <a:prstGeom prst="bentConnector3">
            <a:avLst>
              <a:gd name="adj1" fmla="val 341621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/>
          <p:cNvCxnSpPr>
            <a:endCxn id="32" idx="3"/>
          </p:cNvCxnSpPr>
          <p:nvPr/>
        </p:nvCxnSpPr>
        <p:spPr>
          <a:xfrm flipV="1">
            <a:off x="24116541" y="10353868"/>
            <a:ext cx="92315" cy="917443"/>
          </a:xfrm>
          <a:prstGeom prst="bentConnector3">
            <a:avLst>
              <a:gd name="adj1" fmla="val 347668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/>
          <p:cNvCxnSpPr>
            <a:stCxn id="35" idx="0"/>
          </p:cNvCxnSpPr>
          <p:nvPr/>
        </p:nvCxnSpPr>
        <p:spPr>
          <a:xfrm rot="16200000" flipV="1">
            <a:off x="22596461" y="8538925"/>
            <a:ext cx="600330" cy="78073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/>
          <p:cNvCxnSpPr>
            <a:stCxn id="35" idx="0"/>
          </p:cNvCxnSpPr>
          <p:nvPr/>
        </p:nvCxnSpPr>
        <p:spPr>
          <a:xfrm rot="5400000" flipH="1" flipV="1">
            <a:off x="23969455" y="7946667"/>
            <a:ext cx="600331" cy="1965254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676374" y="8438372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Datacentre</a:t>
            </a:r>
          </a:p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with GPU</a:t>
            </a:r>
          </a:p>
        </p:txBody>
      </p:sp>
      <p:pic>
        <p:nvPicPr>
          <p:cNvPr id="44" name="Picture 43" descr="Shape&#10;&#10;Description automatically generated with low confidence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8037">
            <a:off x="22682633" y="11684644"/>
            <a:ext cx="121009" cy="121009"/>
          </a:xfrm>
          <a:prstGeom prst="rect">
            <a:avLst/>
          </a:prstGeom>
        </p:spPr>
      </p:pic>
      <p:pic>
        <p:nvPicPr>
          <p:cNvPr id="45" name="Picture 44" descr="Icon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3021" y="11659598"/>
            <a:ext cx="183614" cy="18361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502999" y="13735720"/>
            <a:ext cx="11353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Lab Testing Area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91859" y="9378992"/>
            <a:ext cx="64198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</a:p>
        </p:txBody>
      </p:sp>
      <p:pic>
        <p:nvPicPr>
          <p:cNvPr id="48" name="Picture 47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960" y="8117602"/>
            <a:ext cx="246260" cy="246260"/>
          </a:xfrm>
          <a:prstGeom prst="rect">
            <a:avLst/>
          </a:prstGeom>
        </p:spPr>
      </p:pic>
      <p:pic>
        <p:nvPicPr>
          <p:cNvPr id="49" name="Picture 48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9853" y="8117602"/>
            <a:ext cx="246260" cy="246260"/>
          </a:xfrm>
          <a:prstGeom prst="rect">
            <a:avLst/>
          </a:prstGeom>
        </p:spPr>
      </p:pic>
      <p:pic>
        <p:nvPicPr>
          <p:cNvPr id="50" name="Picture 49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4746" y="8117602"/>
            <a:ext cx="246260" cy="246260"/>
          </a:xfrm>
          <a:prstGeom prst="rect">
            <a:avLst/>
          </a:prstGeom>
        </p:spPr>
      </p:pic>
      <p:pic>
        <p:nvPicPr>
          <p:cNvPr id="51" name="Picture 50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960" y="8767638"/>
            <a:ext cx="246260" cy="246260"/>
          </a:xfrm>
          <a:prstGeom prst="rect">
            <a:avLst/>
          </a:prstGeom>
        </p:spPr>
      </p:pic>
      <p:pic>
        <p:nvPicPr>
          <p:cNvPr id="52" name="Picture 51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9853" y="8767638"/>
            <a:ext cx="246260" cy="246260"/>
          </a:xfrm>
          <a:prstGeom prst="rect">
            <a:avLst/>
          </a:prstGeom>
        </p:spPr>
      </p:pic>
      <p:pic>
        <p:nvPicPr>
          <p:cNvPr id="53" name="Picture 52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4746" y="8767638"/>
            <a:ext cx="246260" cy="24626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4316545" y="7902127"/>
            <a:ext cx="38671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97393" y="7901201"/>
            <a:ext cx="39243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062289" y="7902127"/>
            <a:ext cx="38671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244124" y="9003470"/>
            <a:ext cx="56197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63558" y="9003470"/>
            <a:ext cx="45466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092116" y="9003470"/>
            <a:ext cx="34353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</p:txBody>
      </p:sp>
      <p:cxnSp>
        <p:nvCxnSpPr>
          <p:cNvPr id="60" name="Straight Connector 59"/>
          <p:cNvCxnSpPr>
            <a:stCxn id="48" idx="2"/>
            <a:endCxn id="51" idx="0"/>
          </p:cNvCxnSpPr>
          <p:nvPr/>
        </p:nvCxnSpPr>
        <p:spPr>
          <a:xfrm>
            <a:off x="24528090" y="8363867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49" idx="2"/>
            <a:endCxn id="52" idx="0"/>
          </p:cNvCxnSpPr>
          <p:nvPr/>
        </p:nvCxnSpPr>
        <p:spPr>
          <a:xfrm>
            <a:off x="24892983" y="8363867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0" idx="2"/>
            <a:endCxn id="53" idx="0"/>
          </p:cNvCxnSpPr>
          <p:nvPr/>
        </p:nvCxnSpPr>
        <p:spPr>
          <a:xfrm>
            <a:off x="25257876" y="8363867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/>
          <p:cNvSpPr/>
          <p:nvPr/>
        </p:nvSpPr>
        <p:spPr>
          <a:xfrm>
            <a:off x="24234145" y="7901200"/>
            <a:ext cx="1269104" cy="1328237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/>
          <p:cNvSpPr txBox="1"/>
          <p:nvPr/>
        </p:nvSpPr>
        <p:spPr>
          <a:xfrm>
            <a:off x="24091352" y="9191892"/>
            <a:ext cx="1527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Network Management</a:t>
            </a:r>
          </a:p>
        </p:txBody>
      </p:sp>
      <p:pic>
        <p:nvPicPr>
          <p:cNvPr id="65" name="Picture 64" descr="Shape&#10;&#10;Description automatically generated with low confidence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3736518" y="11654679"/>
            <a:ext cx="188800" cy="188800"/>
          </a:xfrm>
          <a:prstGeom prst="rect">
            <a:avLst/>
          </a:prstGeom>
        </p:spPr>
      </p:pic>
      <p:pic>
        <p:nvPicPr>
          <p:cNvPr id="66" name="Picture 65" descr="Icon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84677" y="12040511"/>
            <a:ext cx="302585" cy="263028"/>
          </a:xfrm>
          <a:prstGeom prst="rect">
            <a:avLst/>
          </a:prstGeom>
        </p:spPr>
      </p:pic>
      <p:pic>
        <p:nvPicPr>
          <p:cNvPr id="67" name="Picture 66" descr="Icon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200348" y="12040510"/>
            <a:ext cx="302585" cy="263028"/>
          </a:xfrm>
          <a:prstGeom prst="rect">
            <a:avLst/>
          </a:prstGeom>
        </p:spPr>
      </p:pic>
      <p:pic>
        <p:nvPicPr>
          <p:cNvPr id="68" name="Picture 67" descr="Icon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521817" y="12041921"/>
            <a:ext cx="302585" cy="263028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16"/>
          <a:srcRect t="-19376" b="30145"/>
          <a:stretch>
            <a:fillRect/>
          </a:stretch>
        </p:blipFill>
        <p:spPr>
          <a:xfrm>
            <a:off x="24052483" y="12054983"/>
            <a:ext cx="646934" cy="746691"/>
          </a:xfrm>
          <a:prstGeom prst="rect">
            <a:avLst/>
          </a:prstGeom>
        </p:spPr>
      </p:pic>
      <p:cxnSp>
        <p:nvCxnSpPr>
          <p:cNvPr id="70" name="Connector: Curved 69"/>
          <p:cNvCxnSpPr/>
          <p:nvPr/>
        </p:nvCxnSpPr>
        <p:spPr>
          <a:xfrm>
            <a:off x="22880826" y="11830698"/>
            <a:ext cx="979578" cy="335121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/>
          <p:cNvCxnSpPr>
            <a:stCxn id="65" idx="0"/>
            <a:endCxn id="69" idx="0"/>
          </p:cNvCxnSpPr>
          <p:nvPr/>
        </p:nvCxnSpPr>
        <p:spPr>
          <a:xfrm rot="16200000" flipH="1">
            <a:off x="23997681" y="11676717"/>
            <a:ext cx="211505" cy="545033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/>
          <p:cNvCxnSpPr>
            <a:stCxn id="45" idx="2"/>
            <a:endCxn id="68" idx="0"/>
          </p:cNvCxnSpPr>
          <p:nvPr/>
        </p:nvCxnSpPr>
        <p:spPr>
          <a:xfrm rot="5400000">
            <a:off x="24679615" y="11836707"/>
            <a:ext cx="198707" cy="211721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130" y="8147747"/>
            <a:ext cx="246260" cy="246260"/>
          </a:xfrm>
          <a:prstGeom prst="rect">
            <a:avLst/>
          </a:prstGeom>
        </p:spPr>
      </p:pic>
      <p:pic>
        <p:nvPicPr>
          <p:cNvPr id="74" name="Picture 73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130" y="8797782"/>
            <a:ext cx="246260" cy="24626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2305590" y="7868959"/>
            <a:ext cx="522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MPTCP</a:t>
            </a:r>
          </a:p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222294" y="9033613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Robot VNFs</a:t>
            </a:r>
          </a:p>
        </p:txBody>
      </p:sp>
      <p:cxnSp>
        <p:nvCxnSpPr>
          <p:cNvPr id="77" name="Straight Connector 76"/>
          <p:cNvCxnSpPr>
            <a:stCxn id="73" idx="2"/>
            <a:endCxn id="74" idx="0"/>
          </p:cNvCxnSpPr>
          <p:nvPr/>
        </p:nvCxnSpPr>
        <p:spPr>
          <a:xfrm>
            <a:off x="22506260" y="8394012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/>
          <p:cNvSpPr/>
          <p:nvPr/>
        </p:nvSpPr>
        <p:spPr>
          <a:xfrm>
            <a:off x="21713844" y="7902249"/>
            <a:ext cx="1205822" cy="1328237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/>
          <p:cNvSpPr/>
          <p:nvPr/>
        </p:nvSpPr>
        <p:spPr>
          <a:xfrm>
            <a:off x="24372394" y="12269407"/>
            <a:ext cx="313427" cy="10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"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4328569" y="12226168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/>
              <a:t>MPTCP</a:t>
            </a:r>
          </a:p>
        </p:txBody>
      </p:sp>
      <p:pic>
        <p:nvPicPr>
          <p:cNvPr id="81" name="Picture 80" descr="A diagram of a circuit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96887" y="10007591"/>
            <a:ext cx="9870663" cy="40395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502409" y="8375959"/>
            <a:ext cx="4529901" cy="3043858"/>
          </a:xfrm>
          <a:prstGeom prst="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21505098" y="11841379"/>
            <a:ext cx="4531788" cy="257422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/>
          <p:cNvSpPr/>
          <p:nvPr/>
        </p:nvSpPr>
        <p:spPr>
          <a:xfrm>
            <a:off x="22285201" y="10772594"/>
            <a:ext cx="3500793" cy="551830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1" b="29557"/>
          <a:stretch>
            <a:fillRect/>
          </a:stretch>
        </p:blipFill>
        <p:spPr>
          <a:xfrm>
            <a:off x="24570474" y="11485423"/>
            <a:ext cx="564183" cy="5503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4564688" y="11477084"/>
            <a:ext cx="571971" cy="76673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24578358" y="12025822"/>
            <a:ext cx="5517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RU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4591" y="11469059"/>
            <a:ext cx="571971" cy="553224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2383587" y="11469058"/>
            <a:ext cx="701675" cy="790653"/>
            <a:chOff x="4100983" y="2420425"/>
            <a:chExt cx="701567" cy="790531"/>
          </a:xfrm>
        </p:grpSpPr>
        <p:sp>
          <p:nvSpPr>
            <p:cNvPr id="15" name="Rectangle 14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00983" y="2965884"/>
              <a:ext cx="701567" cy="245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WiFi6 AP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r="9405"/>
          <a:stretch>
            <a:fillRect/>
          </a:stretch>
        </p:blipFill>
        <p:spPr>
          <a:xfrm>
            <a:off x="23551255" y="11469059"/>
            <a:ext cx="565284" cy="553224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23539079" y="11469057"/>
            <a:ext cx="595630" cy="792813"/>
            <a:chOff x="4156495" y="2420425"/>
            <a:chExt cx="595539" cy="792691"/>
          </a:xfrm>
        </p:grpSpPr>
        <p:sp>
          <p:nvSpPr>
            <p:cNvPr id="19" name="Rectangle 18"/>
            <p:cNvSpPr/>
            <p:nvPr/>
          </p:nvSpPr>
          <p:spPr>
            <a:xfrm>
              <a:off x="4161977" y="2420425"/>
              <a:ext cx="571883" cy="76661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56495" y="2968044"/>
              <a:ext cx="595539" cy="245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LiFi</a:t>
              </a:r>
              <a:r>
                <a:rPr lang="en-GB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2263948" y="11036844"/>
            <a:ext cx="99949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74802" y="11035116"/>
            <a:ext cx="95694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LiFi</a:t>
            </a:r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</p:txBody>
      </p:sp>
      <p:pic>
        <p:nvPicPr>
          <p:cNvPr id="23" name="Picture 22" descr="Shape&#10;&#10;Description automatically generated with low confidenc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307" y="8478521"/>
            <a:ext cx="630013" cy="63001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007576" y="11068996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CU+DU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99425" y="10494201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C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ore</a:t>
            </a:r>
            <a:endParaRPr lang="en-GB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4" r="7025"/>
          <a:stretch>
            <a:fillRect/>
          </a:stretch>
        </p:blipFill>
        <p:spPr>
          <a:xfrm>
            <a:off x="24613014" y="10108078"/>
            <a:ext cx="481468" cy="573103"/>
          </a:xfrm>
          <a:prstGeom prst="rect">
            <a:avLst/>
          </a:prstGeom>
        </p:spPr>
      </p:pic>
      <p:pic>
        <p:nvPicPr>
          <p:cNvPr id="27" name="Picture 26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4" b="7443"/>
          <a:stretch>
            <a:fillRect/>
          </a:stretch>
        </p:blipFill>
        <p:spPr>
          <a:xfrm>
            <a:off x="24597805" y="10838659"/>
            <a:ext cx="511891" cy="4293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2235253" y="10546542"/>
            <a:ext cx="8432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Edge Cluster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43451" y="13636232"/>
            <a:ext cx="1112529" cy="183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Multi-Access CPE 4</a:t>
            </a:r>
          </a:p>
        </p:txBody>
      </p:sp>
      <p:pic>
        <p:nvPicPr>
          <p:cNvPr id="31" name="Picture 30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5" r="10626" b="78667"/>
          <a:stretch>
            <a:fillRect/>
          </a:stretch>
        </p:blipFill>
        <p:spPr>
          <a:xfrm>
            <a:off x="22349966" y="10834416"/>
            <a:ext cx="752817" cy="201662"/>
          </a:xfrm>
          <a:prstGeom prst="rect">
            <a:avLst/>
          </a:prstGeom>
        </p:spPr>
      </p:pic>
      <p:pic>
        <p:nvPicPr>
          <p:cNvPr id="32" name="Picture 31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1" r="10674" b="78667"/>
          <a:stretch>
            <a:fillRect/>
          </a:stretch>
        </p:blipFill>
        <p:spPr>
          <a:xfrm>
            <a:off x="23455320" y="10834152"/>
            <a:ext cx="753532" cy="201662"/>
          </a:xfrm>
          <a:prstGeom prst="rect">
            <a:avLst/>
          </a:prstGeom>
        </p:spPr>
      </p:pic>
      <p:cxnSp>
        <p:nvCxnSpPr>
          <p:cNvPr id="33" name="Straight Connector 32"/>
          <p:cNvCxnSpPr>
            <a:stCxn id="27" idx="2"/>
            <a:endCxn id="10" idx="0"/>
          </p:cNvCxnSpPr>
          <p:nvPr/>
        </p:nvCxnSpPr>
        <p:spPr>
          <a:xfrm flipH="1">
            <a:off x="24852567" y="11267996"/>
            <a:ext cx="1185" cy="217427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6" idx="2"/>
            <a:endCxn id="27" idx="0"/>
          </p:cNvCxnSpPr>
          <p:nvPr/>
        </p:nvCxnSpPr>
        <p:spPr>
          <a:xfrm>
            <a:off x="24853748" y="10681177"/>
            <a:ext cx="0" cy="157482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Shape&#10;&#10;Description automatically generated with low confidenc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2781" y="9810573"/>
            <a:ext cx="368424" cy="368424"/>
          </a:xfrm>
          <a:prstGeom prst="rect">
            <a:avLst/>
          </a:prstGeom>
        </p:spPr>
      </p:pic>
      <p:cxnSp>
        <p:nvCxnSpPr>
          <p:cNvPr id="36" name="Connector: Elbow 35"/>
          <p:cNvCxnSpPr>
            <a:stCxn id="31" idx="3"/>
            <a:endCxn id="35" idx="2"/>
          </p:cNvCxnSpPr>
          <p:nvPr/>
        </p:nvCxnSpPr>
        <p:spPr>
          <a:xfrm flipV="1">
            <a:off x="23102778" y="10178994"/>
            <a:ext cx="184212" cy="75625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/>
          <p:cNvCxnSpPr>
            <a:stCxn id="32" idx="1"/>
            <a:endCxn id="35" idx="2"/>
          </p:cNvCxnSpPr>
          <p:nvPr/>
        </p:nvCxnSpPr>
        <p:spPr>
          <a:xfrm rot="10800000">
            <a:off x="23286990" y="10178994"/>
            <a:ext cx="168330" cy="755986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/>
          <p:cNvCxnSpPr>
            <a:stCxn id="26" idx="1"/>
            <a:endCxn id="35" idx="2"/>
          </p:cNvCxnSpPr>
          <p:nvPr/>
        </p:nvCxnSpPr>
        <p:spPr>
          <a:xfrm rot="10800000">
            <a:off x="23286990" y="10178996"/>
            <a:ext cx="1326024" cy="215631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/>
          <p:cNvCxnSpPr>
            <a:endCxn id="31" idx="1"/>
          </p:cNvCxnSpPr>
          <p:nvPr/>
        </p:nvCxnSpPr>
        <p:spPr>
          <a:xfrm rot="10800000">
            <a:off x="22349965" y="10935248"/>
            <a:ext cx="94626" cy="917180"/>
          </a:xfrm>
          <a:prstGeom prst="bentConnector3">
            <a:avLst>
              <a:gd name="adj1" fmla="val 341621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/>
          <p:cNvCxnSpPr>
            <a:endCxn id="32" idx="3"/>
          </p:cNvCxnSpPr>
          <p:nvPr/>
        </p:nvCxnSpPr>
        <p:spPr>
          <a:xfrm flipV="1">
            <a:off x="24116541" y="10934983"/>
            <a:ext cx="92315" cy="917443"/>
          </a:xfrm>
          <a:prstGeom prst="bentConnector3">
            <a:avLst>
              <a:gd name="adj1" fmla="val 347668"/>
            </a:avLst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/>
          <p:cNvCxnSpPr>
            <a:stCxn id="35" idx="0"/>
          </p:cNvCxnSpPr>
          <p:nvPr/>
        </p:nvCxnSpPr>
        <p:spPr>
          <a:xfrm rot="16200000" flipV="1">
            <a:off x="22596461" y="9120040"/>
            <a:ext cx="600330" cy="780730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/>
          <p:cNvCxnSpPr>
            <a:stCxn id="35" idx="0"/>
          </p:cNvCxnSpPr>
          <p:nvPr/>
        </p:nvCxnSpPr>
        <p:spPr>
          <a:xfrm rot="5400000" flipH="1" flipV="1">
            <a:off x="23969455" y="8527782"/>
            <a:ext cx="600331" cy="1965254"/>
          </a:xfrm>
          <a:prstGeom prst="bentConnector2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676374" y="9019486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Datacentre</a:t>
            </a:r>
          </a:p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with GPU</a:t>
            </a:r>
          </a:p>
        </p:txBody>
      </p:sp>
      <p:pic>
        <p:nvPicPr>
          <p:cNvPr id="44" name="Picture 43" descr="Shape&#10;&#10;Description automatically generated with low confidence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8037">
            <a:off x="22682633" y="12265758"/>
            <a:ext cx="121009" cy="121009"/>
          </a:xfrm>
          <a:prstGeom prst="rect">
            <a:avLst/>
          </a:prstGeom>
        </p:spPr>
      </p:pic>
      <p:pic>
        <p:nvPicPr>
          <p:cNvPr id="45" name="Picture 44" descr="Icon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680" y="12255003"/>
            <a:ext cx="164619" cy="16461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3391859" y="9960106"/>
            <a:ext cx="64198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</a:p>
        </p:txBody>
      </p:sp>
      <p:pic>
        <p:nvPicPr>
          <p:cNvPr id="48" name="Picture 47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960" y="8698717"/>
            <a:ext cx="246260" cy="246260"/>
          </a:xfrm>
          <a:prstGeom prst="rect">
            <a:avLst/>
          </a:prstGeom>
        </p:spPr>
      </p:pic>
      <p:pic>
        <p:nvPicPr>
          <p:cNvPr id="49" name="Picture 48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9853" y="8698717"/>
            <a:ext cx="246260" cy="246260"/>
          </a:xfrm>
          <a:prstGeom prst="rect">
            <a:avLst/>
          </a:prstGeom>
        </p:spPr>
      </p:pic>
      <p:pic>
        <p:nvPicPr>
          <p:cNvPr id="50" name="Picture 49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4746" y="8698717"/>
            <a:ext cx="246260" cy="246260"/>
          </a:xfrm>
          <a:prstGeom prst="rect">
            <a:avLst/>
          </a:prstGeom>
        </p:spPr>
      </p:pic>
      <p:pic>
        <p:nvPicPr>
          <p:cNvPr id="51" name="Picture 50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960" y="9348752"/>
            <a:ext cx="246260" cy="246260"/>
          </a:xfrm>
          <a:prstGeom prst="rect">
            <a:avLst/>
          </a:prstGeom>
        </p:spPr>
      </p:pic>
      <p:pic>
        <p:nvPicPr>
          <p:cNvPr id="52" name="Picture 51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9853" y="9348752"/>
            <a:ext cx="246260" cy="246260"/>
          </a:xfrm>
          <a:prstGeom prst="rect">
            <a:avLst/>
          </a:prstGeom>
        </p:spPr>
      </p:pic>
      <p:pic>
        <p:nvPicPr>
          <p:cNvPr id="53" name="Picture 52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4746" y="9348752"/>
            <a:ext cx="246260" cy="24626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4316545" y="8483242"/>
            <a:ext cx="38671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97393" y="8482316"/>
            <a:ext cx="39243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062289" y="8483242"/>
            <a:ext cx="38671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244124" y="9584585"/>
            <a:ext cx="56197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63558" y="9584585"/>
            <a:ext cx="45466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092116" y="9584585"/>
            <a:ext cx="34353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</p:txBody>
      </p:sp>
      <p:cxnSp>
        <p:nvCxnSpPr>
          <p:cNvPr id="60" name="Straight Connector 59"/>
          <p:cNvCxnSpPr>
            <a:stCxn id="48" idx="2"/>
            <a:endCxn id="51" idx="0"/>
          </p:cNvCxnSpPr>
          <p:nvPr/>
        </p:nvCxnSpPr>
        <p:spPr>
          <a:xfrm>
            <a:off x="24528090" y="8944982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49" idx="2"/>
            <a:endCxn id="52" idx="0"/>
          </p:cNvCxnSpPr>
          <p:nvPr/>
        </p:nvCxnSpPr>
        <p:spPr>
          <a:xfrm>
            <a:off x="24892983" y="8944982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0" idx="2"/>
            <a:endCxn id="53" idx="0"/>
          </p:cNvCxnSpPr>
          <p:nvPr/>
        </p:nvCxnSpPr>
        <p:spPr>
          <a:xfrm>
            <a:off x="25257876" y="8944982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/>
          <p:cNvSpPr/>
          <p:nvPr/>
        </p:nvSpPr>
        <p:spPr>
          <a:xfrm>
            <a:off x="24234145" y="8482315"/>
            <a:ext cx="1269104" cy="1328237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/>
          <p:cNvSpPr txBox="1"/>
          <p:nvPr/>
        </p:nvSpPr>
        <p:spPr>
          <a:xfrm>
            <a:off x="24091352" y="9773006"/>
            <a:ext cx="1527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latin typeface="Times New Roman" panose="02020603050405020304" pitchFamily="18" charset="0"/>
                <a:cs typeface="Times New Roman" panose="02020603050405020304" pitchFamily="18" charset="0"/>
              </a:rPr>
              <a:t>5G Network Management</a:t>
            </a:r>
          </a:p>
        </p:txBody>
      </p:sp>
      <p:pic>
        <p:nvPicPr>
          <p:cNvPr id="65" name="Picture 64" descr="Shape&#10;&#10;Description automatically generated with low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3736518" y="12235794"/>
            <a:ext cx="188800" cy="188800"/>
          </a:xfrm>
          <a:prstGeom prst="rect">
            <a:avLst/>
          </a:prstGeom>
        </p:spPr>
      </p:pic>
      <p:pic>
        <p:nvPicPr>
          <p:cNvPr id="66" name="Picture 65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043451" y="12640677"/>
            <a:ext cx="302585" cy="263028"/>
          </a:xfrm>
          <a:prstGeom prst="rect">
            <a:avLst/>
          </a:prstGeom>
        </p:spPr>
      </p:pic>
      <p:pic>
        <p:nvPicPr>
          <p:cNvPr id="67" name="Picture 66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359122" y="12640676"/>
            <a:ext cx="302585" cy="263028"/>
          </a:xfrm>
          <a:prstGeom prst="rect">
            <a:avLst/>
          </a:prstGeom>
        </p:spPr>
      </p:pic>
      <p:pic>
        <p:nvPicPr>
          <p:cNvPr id="68" name="Picture 67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680591" y="12642088"/>
            <a:ext cx="302585" cy="263028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15"/>
          <a:srcRect t="-19376" b="30145"/>
          <a:stretch>
            <a:fillRect/>
          </a:stretch>
        </p:blipFill>
        <p:spPr>
          <a:xfrm>
            <a:off x="24091401" y="12619443"/>
            <a:ext cx="878389" cy="1013838"/>
          </a:xfrm>
          <a:prstGeom prst="rect">
            <a:avLst/>
          </a:prstGeom>
        </p:spPr>
      </p:pic>
      <p:cxnSp>
        <p:nvCxnSpPr>
          <p:cNvPr id="70" name="Connector: Curved 69"/>
          <p:cNvCxnSpPr/>
          <p:nvPr/>
        </p:nvCxnSpPr>
        <p:spPr>
          <a:xfrm>
            <a:off x="22842242" y="12334884"/>
            <a:ext cx="1264190" cy="322513"/>
          </a:xfrm>
          <a:prstGeom prst="curvedConnector3">
            <a:avLst>
              <a:gd name="adj1" fmla="val 492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/>
          <p:cNvCxnSpPr>
            <a:stCxn id="65" idx="1"/>
            <a:endCxn id="69" idx="0"/>
          </p:cNvCxnSpPr>
          <p:nvPr/>
        </p:nvCxnSpPr>
        <p:spPr>
          <a:xfrm>
            <a:off x="23925318" y="12330192"/>
            <a:ext cx="605276" cy="289253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/>
          <p:cNvCxnSpPr>
            <a:stCxn id="45" idx="2"/>
          </p:cNvCxnSpPr>
          <p:nvPr/>
        </p:nvCxnSpPr>
        <p:spPr>
          <a:xfrm rot="5400000">
            <a:off x="24720721" y="12509291"/>
            <a:ext cx="210934" cy="31600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130" y="8728862"/>
            <a:ext cx="246260" cy="246260"/>
          </a:xfrm>
          <a:prstGeom prst="rect">
            <a:avLst/>
          </a:prstGeom>
        </p:spPr>
      </p:pic>
      <p:pic>
        <p:nvPicPr>
          <p:cNvPr id="74" name="Picture 73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130" y="9378897"/>
            <a:ext cx="246260" cy="24626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2305590" y="8450074"/>
            <a:ext cx="522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MPTCP</a:t>
            </a:r>
          </a:p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298503" y="9614730"/>
            <a:ext cx="42608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VNFs</a:t>
            </a:r>
          </a:p>
        </p:txBody>
      </p:sp>
      <p:cxnSp>
        <p:nvCxnSpPr>
          <p:cNvPr id="77" name="Straight Connector 76"/>
          <p:cNvCxnSpPr>
            <a:stCxn id="73" idx="2"/>
            <a:endCxn id="74" idx="0"/>
          </p:cNvCxnSpPr>
          <p:nvPr/>
        </p:nvCxnSpPr>
        <p:spPr>
          <a:xfrm>
            <a:off x="22506260" y="8975127"/>
            <a:ext cx="0" cy="403775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/>
          <p:cNvSpPr/>
          <p:nvPr/>
        </p:nvSpPr>
        <p:spPr>
          <a:xfrm>
            <a:off x="21713844" y="8483364"/>
            <a:ext cx="1205822" cy="1328237"/>
          </a:xfrm>
          <a:prstGeom prst="roundRect">
            <a:avLst/>
          </a:prstGeom>
          <a:noFill/>
          <a:ln w="15875">
            <a:prstDash val="lg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/>
          <p:cNvSpPr/>
          <p:nvPr/>
        </p:nvSpPr>
        <p:spPr>
          <a:xfrm>
            <a:off x="24531167" y="12869574"/>
            <a:ext cx="313427" cy="10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"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4487344" y="12831098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/>
              <a:t>MPTCP</a:t>
            </a:r>
          </a:p>
        </p:txBody>
      </p:sp>
      <p:pic>
        <p:nvPicPr>
          <p:cNvPr id="81" name="Picture 80" descr="A diagram of a circui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74498" y="8378055"/>
            <a:ext cx="9321613" cy="38148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084092" y="12830380"/>
            <a:ext cx="893002" cy="98970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TextBox 87"/>
          <p:cNvSpPr txBox="1"/>
          <p:nvPr/>
        </p:nvSpPr>
        <p:spPr>
          <a:xfrm>
            <a:off x="22600588" y="13649577"/>
            <a:ext cx="1112529" cy="183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00"/>
              </a:lnSpc>
            </a:pPr>
            <a:r>
              <a:rPr lang="en-GB" sz="800">
                <a:latin typeface="Times New Roman" panose="02020603050405020304" pitchFamily="18" charset="0"/>
                <a:cs typeface="Times New Roman" panose="02020603050405020304" pitchFamily="18" charset="0"/>
              </a:rPr>
              <a:t>Multi-Access CPE 1</a:t>
            </a:r>
          </a:p>
        </p:txBody>
      </p:sp>
      <p:pic>
        <p:nvPicPr>
          <p:cNvPr id="89" name="Picture 88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600588" y="12654023"/>
            <a:ext cx="302585" cy="263028"/>
          </a:xfrm>
          <a:prstGeom prst="rect">
            <a:avLst/>
          </a:prstGeom>
        </p:spPr>
      </p:pic>
      <p:pic>
        <p:nvPicPr>
          <p:cNvPr id="90" name="Picture 89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916258" y="12654021"/>
            <a:ext cx="302585" cy="263028"/>
          </a:xfrm>
          <a:prstGeom prst="rect">
            <a:avLst/>
          </a:prstGeom>
        </p:spPr>
      </p:pic>
      <p:pic>
        <p:nvPicPr>
          <p:cNvPr id="91" name="Picture 90" descr="Icon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37727" y="12655433"/>
            <a:ext cx="302585" cy="263028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 rotWithShape="1">
          <a:blip r:embed="rId15"/>
          <a:srcRect t="-19376" b="30145"/>
          <a:stretch>
            <a:fillRect/>
          </a:stretch>
        </p:blipFill>
        <p:spPr>
          <a:xfrm>
            <a:off x="22648538" y="12632788"/>
            <a:ext cx="878389" cy="1013838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23088304" y="12882919"/>
            <a:ext cx="313427" cy="10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">
              <a:solidFill>
                <a:schemeClr val="tx1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3044481" y="12844443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/>
              <a:t>MPTCP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641228" y="12843725"/>
            <a:ext cx="893002" cy="98970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0" name="Connector: Curved 99"/>
          <p:cNvCxnSpPr/>
          <p:nvPr/>
        </p:nvCxnSpPr>
        <p:spPr>
          <a:xfrm rot="16200000" flipV="1">
            <a:off x="22613443" y="12469740"/>
            <a:ext cx="249930" cy="58236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Curved 103"/>
          <p:cNvCxnSpPr>
            <a:stCxn id="92" idx="0"/>
            <a:endCxn id="65" idx="3"/>
          </p:cNvCxnSpPr>
          <p:nvPr/>
        </p:nvCxnSpPr>
        <p:spPr>
          <a:xfrm rot="5400000" flipH="1" flipV="1">
            <a:off x="23260827" y="12157102"/>
            <a:ext cx="302598" cy="64878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/>
          <p:cNvCxnSpPr>
            <a:endCxn id="45" idx="1"/>
          </p:cNvCxnSpPr>
          <p:nvPr/>
        </p:nvCxnSpPr>
        <p:spPr>
          <a:xfrm flipV="1">
            <a:off x="23453632" y="12337315"/>
            <a:ext cx="1306048" cy="335087"/>
          </a:xfrm>
          <a:prstGeom prst="curvedConnector3">
            <a:avLst>
              <a:gd name="adj1" fmla="val 529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23532615" y="13249088"/>
            <a:ext cx="552705" cy="2197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1864" y="12241543"/>
            <a:ext cx="9361601" cy="2262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49860" y="8390260"/>
            <a:ext cx="635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68452" y="13881986"/>
            <a:ext cx="635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41293" y="13953864"/>
            <a:ext cx="635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(b)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7" name="Content Placeholder 6" descr="AI"/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989" r="1989"/>
          <a:stretch>
            <a:fillRect/>
          </a:stretch>
        </p:blipFill>
        <p:spPr>
          <a:xfrm>
            <a:off x="12177830" y="9223317"/>
            <a:ext cx="5739037" cy="4283795"/>
          </a:xfrm>
        </p:spPr>
      </p:pic>
      <p:pic>
        <p:nvPicPr>
          <p:cNvPr id="14" name="Content Placeholder 13" descr="Icons_card_AI"/>
          <p:cNvPicPr>
            <a:picLocks noGrp="1" noChangeAspect="1"/>
          </p:cNvPicPr>
          <p:nvPr>
            <p:ph sz="half" idx="2"/>
          </p:nvPr>
        </p:nvPicPr>
        <p:blipFill>
          <a:blip r:embed="rId3">
            <a:biLevel thresh="75000"/>
          </a:blip>
          <a:srcRect l="31745" t="20627" r="32042" b="24564"/>
          <a:stretch>
            <a:fillRect/>
          </a:stretch>
        </p:blipFill>
        <p:spPr>
          <a:xfrm>
            <a:off x="19781764" y="10106937"/>
            <a:ext cx="2326958" cy="2347918"/>
          </a:xfrm>
          <a:prstGeom prst="rect">
            <a:avLst/>
          </a:prstGeom>
        </p:spPr>
      </p:pic>
      <p:pic>
        <p:nvPicPr>
          <p:cNvPr id="8" name="Content Placeholder 6" descr="AI"/>
          <p:cNvPicPr>
            <a:picLocks noChangeAspect="1"/>
          </p:cNvPicPr>
          <p:nvPr/>
        </p:nvPicPr>
        <p:blipFill>
          <a:blip r:embed="rId2"/>
          <a:srcRect l="6136" t="57393" r="7307" b="19059"/>
          <a:stretch>
            <a:fillRect/>
          </a:stretch>
        </p:blipFill>
        <p:spPr>
          <a:xfrm>
            <a:off x="16667408" y="11423564"/>
            <a:ext cx="3036717" cy="5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cloud_database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6857471" y="9658223"/>
            <a:ext cx="2286469" cy="2286469"/>
          </a:xfrm>
          <a:prstGeom prst="rect">
            <a:avLst/>
          </a:prstGeom>
        </p:spPr>
      </p:pic>
      <p:pic>
        <p:nvPicPr>
          <p:cNvPr id="19" name="Picture 18" descr="SDN"/>
          <p:cNvPicPr>
            <a:picLocks noChangeAspect="1"/>
          </p:cNvPicPr>
          <p:nvPr/>
        </p:nvPicPr>
        <p:blipFill>
          <a:blip r:embed="rId5"/>
          <a:srcRect l="51502" t="11753" r="14560" b="49993"/>
          <a:stretch>
            <a:fillRect/>
          </a:stretch>
        </p:blipFill>
        <p:spPr>
          <a:xfrm>
            <a:off x="19553040" y="7890740"/>
            <a:ext cx="2424803" cy="1767477"/>
          </a:xfrm>
          <a:prstGeom prst="rect">
            <a:avLst/>
          </a:prstGeom>
        </p:spPr>
      </p:pic>
      <p:pic>
        <p:nvPicPr>
          <p:cNvPr id="21" name="Picture 20" descr="kafk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7889" y="9492453"/>
            <a:ext cx="2096458" cy="811020"/>
          </a:xfrm>
          <a:prstGeom prst="rect">
            <a:avLst/>
          </a:prstGeom>
        </p:spPr>
      </p:pic>
      <p:pic>
        <p:nvPicPr>
          <p:cNvPr id="2" name="Picture 1" descr="Shape&#10;&#10;Description automatically generated with low confidenc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4463" y="8181348"/>
            <a:ext cx="630013" cy="630013"/>
          </a:xfrm>
          <a:prstGeom prst="rect">
            <a:avLst/>
          </a:prstGeom>
        </p:spPr>
      </p:pic>
      <p:pic>
        <p:nvPicPr>
          <p:cNvPr id="3" name="Picture 2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4" r="7025"/>
          <a:stretch>
            <a:fillRect/>
          </a:stretch>
        </p:blipFill>
        <p:spPr>
          <a:xfrm>
            <a:off x="27296169" y="9810904"/>
            <a:ext cx="481468" cy="573103"/>
          </a:xfrm>
          <a:prstGeom prst="rect">
            <a:avLst/>
          </a:prstGeom>
        </p:spPr>
      </p:pic>
      <p:pic>
        <p:nvPicPr>
          <p:cNvPr id="4" name="Picture 3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4" b="7443"/>
          <a:stretch>
            <a:fillRect/>
          </a:stretch>
        </p:blipFill>
        <p:spPr>
          <a:xfrm>
            <a:off x="27280961" y="10541485"/>
            <a:ext cx="511891" cy="429334"/>
          </a:xfrm>
          <a:prstGeom prst="rect">
            <a:avLst/>
          </a:prstGeom>
        </p:spPr>
      </p:pic>
      <p:pic>
        <p:nvPicPr>
          <p:cNvPr id="5" name="Picture 4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5" r="10626" b="78667"/>
          <a:stretch>
            <a:fillRect/>
          </a:stretch>
        </p:blipFill>
        <p:spPr>
          <a:xfrm>
            <a:off x="25033121" y="10537242"/>
            <a:ext cx="752817" cy="201662"/>
          </a:xfrm>
          <a:prstGeom prst="rect">
            <a:avLst/>
          </a:prstGeom>
        </p:spPr>
      </p:pic>
      <p:pic>
        <p:nvPicPr>
          <p:cNvPr id="6" name="Picture 5" descr="Shape&#10;&#10;Description automatically generated with low confidence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1" r="10674" b="78667"/>
          <a:stretch>
            <a:fillRect/>
          </a:stretch>
        </p:blipFill>
        <p:spPr>
          <a:xfrm>
            <a:off x="26138475" y="10536978"/>
            <a:ext cx="753532" cy="201662"/>
          </a:xfrm>
          <a:prstGeom prst="rect">
            <a:avLst/>
          </a:prstGeom>
        </p:spPr>
      </p:pic>
      <p:pic>
        <p:nvPicPr>
          <p:cNvPr id="9" name="Picture 8" descr="Shape&#10;&#10;Description automatically generated with low confidence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5936" y="9513399"/>
            <a:ext cx="368424" cy="368424"/>
          </a:xfrm>
          <a:prstGeom prst="rect">
            <a:avLst/>
          </a:prstGeom>
        </p:spPr>
      </p:pic>
      <p:pic>
        <p:nvPicPr>
          <p:cNvPr id="10" name="Picture 9" descr="Shape&#10;&#10;Description automatically generated with low confidence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2009" y="8322473"/>
            <a:ext cx="900842" cy="9008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8825057" y="13595358"/>
            <a:ext cx="1382808" cy="138280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7964" y="13676035"/>
            <a:ext cx="1180727" cy="118072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112" y="13676036"/>
            <a:ext cx="1180727" cy="118072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183" y="13381655"/>
            <a:ext cx="1494156" cy="14941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547275" y="13595359"/>
            <a:ext cx="1382808" cy="138280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9016" y="13329229"/>
            <a:ext cx="1915071" cy="191507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0482" y="13819037"/>
            <a:ext cx="918784" cy="91878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463016" y="13595358"/>
            <a:ext cx="1382808" cy="138280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606141" y="13595358"/>
            <a:ext cx="1382808" cy="13828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6617061" y="13595358"/>
            <a:ext cx="1382808" cy="138280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59592" y="13288678"/>
            <a:ext cx="1915071" cy="191507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2026386" y="13554807"/>
            <a:ext cx="1382808" cy="138280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5562" y="13499133"/>
            <a:ext cx="1494156" cy="14941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94"/>
          <p:cNvSpPr/>
          <p:nvPr/>
        </p:nvSpPr>
        <p:spPr>
          <a:xfrm>
            <a:off x="16514909" y="11480273"/>
            <a:ext cx="3111022" cy="157205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ounded Rectangle 106"/>
          <p:cNvSpPr/>
          <p:nvPr/>
        </p:nvSpPr>
        <p:spPr>
          <a:xfrm>
            <a:off x="16699186" y="12626904"/>
            <a:ext cx="2732286" cy="27056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19" name="Content Placeholder 6" descr="20250721100718ih22yu"/>
          <p:cNvPicPr>
            <a:picLocks noChangeAspect="1"/>
          </p:cNvPicPr>
          <p:nvPr/>
        </p:nvPicPr>
        <p:blipFill>
          <a:blip r:embed="rId22"/>
          <a:srcRect t="33051" b="33051"/>
          <a:stretch>
            <a:fillRect/>
          </a:stretch>
        </p:blipFill>
        <p:spPr>
          <a:xfrm>
            <a:off x="10605826" y="13509990"/>
            <a:ext cx="1614816" cy="5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Content Placeholder 6" descr="20250721100718ih22yu"/>
          <p:cNvPicPr>
            <a:picLocks noChangeAspect="1"/>
          </p:cNvPicPr>
          <p:nvPr/>
        </p:nvPicPr>
        <p:blipFill>
          <a:blip r:embed="rId22"/>
          <a:srcRect t="33051" b="33051"/>
          <a:stretch>
            <a:fillRect/>
          </a:stretch>
        </p:blipFill>
        <p:spPr>
          <a:xfrm>
            <a:off x="22748212" y="13552861"/>
            <a:ext cx="1614816" cy="547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Straight Connector 382"/>
          <p:cNvCxnSpPr/>
          <p:nvPr/>
        </p:nvCxnSpPr>
        <p:spPr>
          <a:xfrm flipH="1" flipV="1">
            <a:off x="12847494" y="13983243"/>
            <a:ext cx="9197302" cy="12862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flipV="1">
            <a:off x="12895604" y="13729826"/>
            <a:ext cx="9197302" cy="12862"/>
          </a:xfrm>
          <a:prstGeom prst="line">
            <a:avLst/>
          </a:prstGeom>
          <a:ln w="63500">
            <a:solidFill>
              <a:srgbClr val="E3DD2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10462090" y="11516037"/>
            <a:ext cx="5245467" cy="129302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9804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84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185938" y="13341365"/>
            <a:ext cx="580190" cy="580190"/>
          </a:xfrm>
          <a:prstGeom prst="rect">
            <a:avLst/>
          </a:prstGeom>
        </p:spPr>
      </p:pic>
      <p:pic>
        <p:nvPicPr>
          <p:cNvPr id="385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993197" y="13341365"/>
            <a:ext cx="580190" cy="580190"/>
          </a:xfrm>
          <a:prstGeom prst="rect">
            <a:avLst/>
          </a:prstGeom>
        </p:spPr>
      </p:pic>
      <p:pic>
        <p:nvPicPr>
          <p:cNvPr id="386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910969" y="13341365"/>
            <a:ext cx="580190" cy="580190"/>
          </a:xfrm>
          <a:prstGeom prst="rect">
            <a:avLst/>
          </a:prstGeom>
        </p:spPr>
      </p:pic>
      <p:pic>
        <p:nvPicPr>
          <p:cNvPr id="387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62627" y="13341365"/>
            <a:ext cx="580190" cy="580190"/>
          </a:xfrm>
          <a:prstGeom prst="rect">
            <a:avLst/>
          </a:prstGeom>
        </p:spPr>
      </p:pic>
      <p:pic>
        <p:nvPicPr>
          <p:cNvPr id="388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27146" y="13341365"/>
            <a:ext cx="580190" cy="580190"/>
          </a:xfrm>
          <a:prstGeom prst="rect">
            <a:avLst/>
          </a:prstGeom>
        </p:spPr>
      </p:pic>
      <p:pic>
        <p:nvPicPr>
          <p:cNvPr id="389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3185938" y="13783891"/>
            <a:ext cx="580190" cy="580190"/>
          </a:xfrm>
          <a:prstGeom prst="rect">
            <a:avLst/>
          </a:prstGeom>
        </p:spPr>
      </p:pic>
      <p:pic>
        <p:nvPicPr>
          <p:cNvPr id="391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4993197" y="13801039"/>
            <a:ext cx="580190" cy="580190"/>
          </a:xfrm>
          <a:prstGeom prst="rect">
            <a:avLst/>
          </a:prstGeom>
        </p:spPr>
      </p:pic>
      <p:pic>
        <p:nvPicPr>
          <p:cNvPr id="392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6910969" y="13801039"/>
            <a:ext cx="580190" cy="580190"/>
          </a:xfrm>
          <a:prstGeom prst="rect">
            <a:avLst/>
          </a:prstGeom>
        </p:spPr>
      </p:pic>
      <p:pic>
        <p:nvPicPr>
          <p:cNvPr id="393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19062627" y="13801039"/>
            <a:ext cx="580190" cy="580190"/>
          </a:xfrm>
          <a:prstGeom prst="rect">
            <a:avLst/>
          </a:prstGeom>
        </p:spPr>
      </p:pic>
      <p:pic>
        <p:nvPicPr>
          <p:cNvPr id="394" name="Content Placeholder 72" descr="fc-apc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V="1">
            <a:off x="21227146" y="13810566"/>
            <a:ext cx="580190" cy="580190"/>
          </a:xfrm>
          <a:prstGeom prst="rect">
            <a:avLst/>
          </a:prstGeom>
        </p:spPr>
      </p:pic>
      <p:grpSp>
        <p:nvGrpSpPr>
          <p:cNvPr id="401" name="Group 400"/>
          <p:cNvGrpSpPr/>
          <p:nvPr/>
        </p:nvGrpSpPr>
        <p:grpSpPr>
          <a:xfrm>
            <a:off x="13934992" y="13218229"/>
            <a:ext cx="615440" cy="1146090"/>
            <a:chOff x="8432" y="10615"/>
            <a:chExt cx="1292" cy="2406"/>
          </a:xfrm>
        </p:grpSpPr>
        <p:cxnSp>
          <p:nvCxnSpPr>
            <p:cNvPr id="39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6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7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8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0" name="Elbow Connector 399"/>
            <p:cNvCxnSpPr>
              <a:stCxn id="268" idx="3"/>
              <a:endCxn id="398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264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1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272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3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15823707" y="13234901"/>
            <a:ext cx="615440" cy="1146090"/>
            <a:chOff x="8432" y="10615"/>
            <a:chExt cx="1292" cy="2406"/>
          </a:xfrm>
        </p:grpSpPr>
        <p:cxnSp>
          <p:nvCxnSpPr>
            <p:cNvPr id="403" name="Elbow Connector 40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4" name="Elbow Connector 40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5" name="Elbow Connector 40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07" name="Elbow Connector 406"/>
            <p:cNvCxnSpPr>
              <a:stCxn id="413" idx="3"/>
              <a:endCxn id="40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0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1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17972030" y="13218706"/>
            <a:ext cx="615440" cy="1146090"/>
            <a:chOff x="8432" y="10615"/>
            <a:chExt cx="1292" cy="2406"/>
          </a:xfrm>
        </p:grpSpPr>
        <p:cxnSp>
          <p:nvCxnSpPr>
            <p:cNvPr id="423" name="Elbow Connector 42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Elbow Connector 42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Elbow Connector 42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27" name="Elbow Connector 426"/>
            <p:cNvCxnSpPr>
              <a:stCxn id="433" idx="3"/>
              <a:endCxn id="42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2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2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3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4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20209431" y="13234901"/>
            <a:ext cx="615440" cy="1146090"/>
            <a:chOff x="8432" y="10615"/>
            <a:chExt cx="1292" cy="2406"/>
          </a:xfrm>
        </p:grpSpPr>
        <p:cxnSp>
          <p:nvCxnSpPr>
            <p:cNvPr id="443" name="Elbow Connector 442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4" name="Elbow Connector 443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5" name="Elbow Connector 444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6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447" name="Elbow Connector 446"/>
            <p:cNvCxnSpPr>
              <a:stCxn id="453" idx="3"/>
              <a:endCxn id="446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8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449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2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5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56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457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8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9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61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2" descr="InfluxDB – Logos Download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77" y="11650891"/>
            <a:ext cx="1154202" cy="23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3" name="TextBox 238"/>
          <p:cNvSpPr txBox="1"/>
          <p:nvPr/>
        </p:nvSpPr>
        <p:spPr>
          <a:xfrm>
            <a:off x="16328697" y="14303837"/>
            <a:ext cx="31958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500" b="1" i="1" dirty="0">
                <a:solidFill>
                  <a:srgbClr val="FF0000"/>
                </a:solidFill>
                <a:latin typeface="Calibri" panose="020F0502020204030204"/>
              </a:rPr>
              <a:t>Optical Network Physical Layer</a:t>
            </a:r>
          </a:p>
        </p:txBody>
      </p:sp>
      <p:sp>
        <p:nvSpPr>
          <p:cNvPr id="505" name="Text Box 504"/>
          <p:cNvSpPr txBox="1"/>
          <p:nvPr/>
        </p:nvSpPr>
        <p:spPr>
          <a:xfrm>
            <a:off x="10667255" y="14237613"/>
            <a:ext cx="1645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200" b="1" dirty="0">
                <a:solidFill>
                  <a:srgbClr val="FF0000"/>
                </a:solidFill>
              </a:rPr>
              <a:t>T</a:t>
            </a:r>
            <a:r>
              <a:rPr lang="en-US" altLang="zh-CN" sz="1200" b="1" dirty="0">
                <a:solidFill>
                  <a:srgbClr val="FF0000"/>
                </a:solidFill>
              </a:rPr>
              <a:t>ransceiver Side</a:t>
            </a:r>
            <a:endParaRPr lang="en-US" altLang="en-GB" sz="1200" b="1" dirty="0">
              <a:solidFill>
                <a:srgbClr val="FF0000"/>
              </a:solidFill>
            </a:endParaRPr>
          </a:p>
        </p:txBody>
      </p:sp>
      <p:sp>
        <p:nvSpPr>
          <p:cNvPr id="506" name="Text Box 505"/>
          <p:cNvSpPr txBox="1"/>
          <p:nvPr/>
        </p:nvSpPr>
        <p:spPr>
          <a:xfrm>
            <a:off x="22635071" y="14200985"/>
            <a:ext cx="1902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1200" b="1" dirty="0">
                <a:solidFill>
                  <a:srgbClr val="FF0000"/>
                </a:solidFill>
              </a:rPr>
              <a:t>Receiver Side</a:t>
            </a:r>
          </a:p>
        </p:txBody>
      </p:sp>
      <p:sp>
        <p:nvSpPr>
          <p:cNvPr id="39" name="TextBox 58"/>
          <p:cNvSpPr txBox="1"/>
          <p:nvPr/>
        </p:nvSpPr>
        <p:spPr>
          <a:xfrm>
            <a:off x="12155217" y="11639294"/>
            <a:ext cx="27247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500" b="1" i="1" dirty="0">
                <a:solidFill>
                  <a:srgbClr val="FF0000"/>
                </a:solidFill>
                <a:latin typeface="Calibri" panose="020F0502020204030204"/>
              </a:rPr>
              <a:t>N</a:t>
            </a:r>
            <a:r>
              <a:rPr lang="en-US" altLang="zh-CN" sz="1500" b="1" i="1" dirty="0">
                <a:solidFill>
                  <a:srgbClr val="FF0000"/>
                </a:solidFill>
                <a:latin typeface="Calibri" panose="020F0502020204030204"/>
              </a:rPr>
              <a:t>etwork Knowledge Base</a:t>
            </a:r>
            <a:endParaRPr lang="en-US" altLang="en-GB" sz="1500" b="1" i="1" dirty="0">
              <a:solidFill>
                <a:srgbClr val="FF0000"/>
              </a:solidFill>
              <a:latin typeface="Calibri" panose="020F0502020204030204"/>
            </a:endParaRPr>
          </a:p>
        </p:txBody>
      </p:sp>
      <p:grpSp>
        <p:nvGrpSpPr>
          <p:cNvPr id="508" name="Group 507"/>
          <p:cNvGrpSpPr/>
          <p:nvPr/>
        </p:nvGrpSpPr>
        <p:grpSpPr>
          <a:xfrm>
            <a:off x="12217842" y="13217990"/>
            <a:ext cx="615440" cy="1146090"/>
            <a:chOff x="8432" y="10615"/>
            <a:chExt cx="1292" cy="2406"/>
          </a:xfrm>
        </p:grpSpPr>
        <p:cxnSp>
          <p:nvCxnSpPr>
            <p:cNvPr id="509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0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18" name="Elbow Connector 399"/>
            <p:cNvCxnSpPr>
              <a:stCxn id="132" idx="3"/>
              <a:endCxn id="11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9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21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36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0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2123629" y="13227994"/>
            <a:ext cx="615440" cy="1146090"/>
            <a:chOff x="8432" y="10615"/>
            <a:chExt cx="1292" cy="2406"/>
          </a:xfrm>
        </p:grpSpPr>
        <p:cxnSp>
          <p:nvCxnSpPr>
            <p:cNvPr id="141" name="Elbow Connector 398"/>
            <p:cNvCxnSpPr/>
            <p:nvPr/>
          </p:nvCxnSpPr>
          <p:spPr>
            <a:xfrm rot="10800000" flipV="1">
              <a:off x="8696" y="10839"/>
              <a:ext cx="296" cy="355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Elbow Connector 395"/>
            <p:cNvCxnSpPr/>
            <p:nvPr/>
          </p:nvCxnSpPr>
          <p:spPr>
            <a:xfrm rot="5400000">
              <a:off x="8763" y="12506"/>
              <a:ext cx="468" cy="117"/>
            </a:xfrm>
            <a:prstGeom prst="bentConnector4">
              <a:avLst>
                <a:gd name="adj1" fmla="val 5982"/>
                <a:gd name="adj2" fmla="val 3547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Elbow Connector 396"/>
            <p:cNvCxnSpPr/>
            <p:nvPr/>
          </p:nvCxnSpPr>
          <p:spPr>
            <a:xfrm rot="16200000">
              <a:off x="9188" y="12535"/>
              <a:ext cx="411" cy="169"/>
            </a:xfrm>
            <a:prstGeom prst="bentConnector3">
              <a:avLst>
                <a:gd name="adj1" fmla="val 413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Triangle 42"/>
            <p:cNvSpPr/>
            <p:nvPr/>
          </p:nvSpPr>
          <p:spPr>
            <a:xfrm rot="16200000" flipH="1">
              <a:off x="8836" y="10663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45" name="Elbow Connector 399"/>
            <p:cNvCxnSpPr>
              <a:stCxn id="154" idx="3"/>
              <a:endCxn id="144" idx="3"/>
            </p:cNvCxnSpPr>
            <p:nvPr/>
          </p:nvCxnSpPr>
          <p:spPr>
            <a:xfrm flipH="1" flipV="1">
              <a:off x="9237" y="10840"/>
              <a:ext cx="334" cy="607"/>
            </a:xfrm>
            <a:prstGeom prst="bentConnector3">
              <a:avLst>
                <a:gd name="adj1" fmla="val 30239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6" name="Group 16"/>
            <p:cNvGrpSpPr>
              <a:grpSpLocks noChangeAspect="1"/>
            </p:cNvGrpSpPr>
            <p:nvPr/>
          </p:nvGrpSpPr>
          <p:grpSpPr bwMode="auto">
            <a:xfrm>
              <a:off x="8432" y="11335"/>
              <a:ext cx="1293" cy="1063"/>
              <a:chOff x="1616" y="2983"/>
              <a:chExt cx="318" cy="313"/>
            </a:xfrm>
          </p:grpSpPr>
          <p:sp>
            <p:nvSpPr>
              <p:cNvPr id="14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1616" y="2983"/>
                <a:ext cx="31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Rectangle 17"/>
              <p:cNvSpPr>
                <a:spLocks noChangeArrowheads="1"/>
              </p:cNvSpPr>
              <p:nvPr/>
            </p:nvSpPr>
            <p:spPr bwMode="auto">
              <a:xfrm>
                <a:off x="1616" y="3016"/>
                <a:ext cx="280" cy="277"/>
              </a:xfrm>
              <a:prstGeom prst="rect">
                <a:avLst/>
              </a:pr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Rectangle 18"/>
              <p:cNvSpPr>
                <a:spLocks noChangeArrowheads="1"/>
              </p:cNvSpPr>
              <p:nvPr/>
            </p:nvSpPr>
            <p:spPr bwMode="auto">
              <a:xfrm>
                <a:off x="1617" y="3017"/>
                <a:ext cx="278" cy="27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miter lim="800000"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19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 20"/>
              <p:cNvSpPr/>
              <p:nvPr/>
            </p:nvSpPr>
            <p:spPr bwMode="auto">
              <a:xfrm>
                <a:off x="1616" y="2983"/>
                <a:ext cx="315" cy="33"/>
              </a:xfrm>
              <a:custGeom>
                <a:avLst/>
                <a:gdLst>
                  <a:gd name="T0" fmla="*/ 0 w 315"/>
                  <a:gd name="T1" fmla="*/ 33 h 33"/>
                  <a:gd name="T2" fmla="*/ 36 w 315"/>
                  <a:gd name="T3" fmla="*/ 0 h 33"/>
                  <a:gd name="T4" fmla="*/ 315 w 315"/>
                  <a:gd name="T5" fmla="*/ 0 h 33"/>
                  <a:gd name="T6" fmla="*/ 280 w 315"/>
                  <a:gd name="T7" fmla="*/ 33 h 33"/>
                  <a:gd name="T8" fmla="*/ 0 w 315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33">
                    <a:moveTo>
                      <a:pt x="0" y="33"/>
                    </a:moveTo>
                    <a:lnTo>
                      <a:pt x="36" y="0"/>
                    </a:lnTo>
                    <a:lnTo>
                      <a:pt x="315" y="0"/>
                    </a:lnTo>
                    <a:lnTo>
                      <a:pt x="280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896" y="2983"/>
                <a:ext cx="35" cy="308"/>
              </a:xfrm>
              <a:custGeom>
                <a:avLst/>
                <a:gdLst>
                  <a:gd name="T0" fmla="*/ 0 w 35"/>
                  <a:gd name="T1" fmla="*/ 33 h 308"/>
                  <a:gd name="T2" fmla="*/ 35 w 35"/>
                  <a:gd name="T3" fmla="*/ 0 h 308"/>
                  <a:gd name="T4" fmla="*/ 35 w 35"/>
                  <a:gd name="T5" fmla="*/ 275 h 308"/>
                  <a:gd name="T6" fmla="*/ 0 w 35"/>
                  <a:gd name="T7" fmla="*/ 308 h 308"/>
                  <a:gd name="T8" fmla="*/ 0 w 35"/>
                  <a:gd name="T9" fmla="*/ 3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08">
                    <a:moveTo>
                      <a:pt x="0" y="33"/>
                    </a:moveTo>
                    <a:lnTo>
                      <a:pt x="35" y="0"/>
                    </a:lnTo>
                    <a:lnTo>
                      <a:pt x="35" y="275"/>
                    </a:lnTo>
                    <a:lnTo>
                      <a:pt x="0" y="30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4763">
                <a:solidFill>
                  <a:srgbClr val="AAE6FF"/>
                </a:solidFill>
                <a:prstDash val="solid"/>
                <a:round/>
              </a:ln>
            </p:spPr>
            <p:txBody>
              <a:bodyPr vert="horz" wrap="square" lIns="51445" tIns="25720" rIns="51445" bIns="25720" numCol="1" anchor="t" anchorCtr="0" compatLnSpc="1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GB" sz="615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Group 27"/>
              <p:cNvGrpSpPr/>
              <p:nvPr/>
            </p:nvGrpSpPr>
            <p:grpSpPr bwMode="auto">
              <a:xfrm>
                <a:off x="1636" y="3042"/>
                <a:ext cx="247" cy="236"/>
                <a:chOff x="1636" y="3042"/>
                <a:chExt cx="247" cy="236"/>
              </a:xfrm>
            </p:grpSpPr>
            <p:sp>
              <p:nvSpPr>
                <p:cNvPr id="158" name="Freeform 23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Freeform 24"/>
                <p:cNvSpPr/>
                <p:nvPr/>
              </p:nvSpPr>
              <p:spPr bwMode="auto">
                <a:xfrm>
                  <a:off x="1636" y="3042"/>
                  <a:ext cx="245" cy="234"/>
                </a:xfrm>
                <a:custGeom>
                  <a:avLst/>
                  <a:gdLst>
                    <a:gd name="T0" fmla="*/ 36 w 245"/>
                    <a:gd name="T1" fmla="*/ 0 h 234"/>
                    <a:gd name="T2" fmla="*/ 36 w 245"/>
                    <a:gd name="T3" fmla="*/ 28 h 234"/>
                    <a:gd name="T4" fmla="*/ 92 w 245"/>
                    <a:gd name="T5" fmla="*/ 28 h 234"/>
                    <a:gd name="T6" fmla="*/ 122 w 245"/>
                    <a:gd name="T7" fmla="*/ 91 h 234"/>
                    <a:gd name="T8" fmla="*/ 153 w 245"/>
                    <a:gd name="T9" fmla="*/ 28 h 234"/>
                    <a:gd name="T10" fmla="*/ 209 w 245"/>
                    <a:gd name="T11" fmla="*/ 28 h 234"/>
                    <a:gd name="T12" fmla="*/ 209 w 245"/>
                    <a:gd name="T13" fmla="*/ 0 h 234"/>
                    <a:gd name="T14" fmla="*/ 245 w 245"/>
                    <a:gd name="T15" fmla="*/ 35 h 234"/>
                    <a:gd name="T16" fmla="*/ 209 w 245"/>
                    <a:gd name="T17" fmla="*/ 71 h 234"/>
                    <a:gd name="T18" fmla="*/ 209 w 245"/>
                    <a:gd name="T19" fmla="*/ 45 h 234"/>
                    <a:gd name="T20" fmla="*/ 168 w 245"/>
                    <a:gd name="T21" fmla="*/ 45 h 234"/>
                    <a:gd name="T22" fmla="*/ 135 w 245"/>
                    <a:gd name="T23" fmla="*/ 117 h 234"/>
                    <a:gd name="T24" fmla="*/ 168 w 245"/>
                    <a:gd name="T25" fmla="*/ 188 h 234"/>
                    <a:gd name="T26" fmla="*/ 209 w 245"/>
                    <a:gd name="T27" fmla="*/ 188 h 234"/>
                    <a:gd name="T28" fmla="*/ 209 w 245"/>
                    <a:gd name="T29" fmla="*/ 162 h 234"/>
                    <a:gd name="T30" fmla="*/ 245 w 245"/>
                    <a:gd name="T31" fmla="*/ 198 h 234"/>
                    <a:gd name="T32" fmla="*/ 209 w 245"/>
                    <a:gd name="T33" fmla="*/ 234 h 234"/>
                    <a:gd name="T34" fmla="*/ 209 w 245"/>
                    <a:gd name="T35" fmla="*/ 208 h 234"/>
                    <a:gd name="T36" fmla="*/ 153 w 245"/>
                    <a:gd name="T37" fmla="*/ 208 h 234"/>
                    <a:gd name="T38" fmla="*/ 122 w 245"/>
                    <a:gd name="T39" fmla="*/ 142 h 234"/>
                    <a:gd name="T40" fmla="*/ 92 w 245"/>
                    <a:gd name="T41" fmla="*/ 208 h 234"/>
                    <a:gd name="T42" fmla="*/ 36 w 245"/>
                    <a:gd name="T43" fmla="*/ 208 h 234"/>
                    <a:gd name="T44" fmla="*/ 36 w 245"/>
                    <a:gd name="T45" fmla="*/ 234 h 234"/>
                    <a:gd name="T46" fmla="*/ 0 w 245"/>
                    <a:gd name="T47" fmla="*/ 198 h 234"/>
                    <a:gd name="T48" fmla="*/ 36 w 245"/>
                    <a:gd name="T49" fmla="*/ 162 h 234"/>
                    <a:gd name="T50" fmla="*/ 36 w 245"/>
                    <a:gd name="T51" fmla="*/ 188 h 234"/>
                    <a:gd name="T52" fmla="*/ 74 w 245"/>
                    <a:gd name="T53" fmla="*/ 188 h 234"/>
                    <a:gd name="T54" fmla="*/ 110 w 245"/>
                    <a:gd name="T55" fmla="*/ 117 h 234"/>
                    <a:gd name="T56" fmla="*/ 74 w 245"/>
                    <a:gd name="T57" fmla="*/ 45 h 234"/>
                    <a:gd name="T58" fmla="*/ 36 w 245"/>
                    <a:gd name="T59" fmla="*/ 45 h 234"/>
                    <a:gd name="T60" fmla="*/ 36 w 245"/>
                    <a:gd name="T61" fmla="*/ 71 h 234"/>
                    <a:gd name="T62" fmla="*/ 0 w 245"/>
                    <a:gd name="T63" fmla="*/ 35 h 234"/>
                    <a:gd name="T64" fmla="*/ 36 w 245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5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2" y="28"/>
                      </a:lnTo>
                      <a:lnTo>
                        <a:pt x="122" y="91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5" y="35"/>
                      </a:lnTo>
                      <a:lnTo>
                        <a:pt x="209" y="71"/>
                      </a:lnTo>
                      <a:lnTo>
                        <a:pt x="209" y="45"/>
                      </a:lnTo>
                      <a:lnTo>
                        <a:pt x="168" y="45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2"/>
                      </a:lnTo>
                      <a:lnTo>
                        <a:pt x="245" y="198"/>
                      </a:lnTo>
                      <a:lnTo>
                        <a:pt x="209" y="234"/>
                      </a:lnTo>
                      <a:lnTo>
                        <a:pt x="209" y="208"/>
                      </a:lnTo>
                      <a:lnTo>
                        <a:pt x="153" y="208"/>
                      </a:lnTo>
                      <a:lnTo>
                        <a:pt x="122" y="142"/>
                      </a:lnTo>
                      <a:lnTo>
                        <a:pt x="92" y="208"/>
                      </a:lnTo>
                      <a:lnTo>
                        <a:pt x="36" y="208"/>
                      </a:lnTo>
                      <a:lnTo>
                        <a:pt x="36" y="234"/>
                      </a:lnTo>
                      <a:lnTo>
                        <a:pt x="0" y="198"/>
                      </a:lnTo>
                      <a:lnTo>
                        <a:pt x="36" y="162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10" y="117"/>
                      </a:lnTo>
                      <a:lnTo>
                        <a:pt x="74" y="45"/>
                      </a:lnTo>
                      <a:lnTo>
                        <a:pt x="36" y="45"/>
                      </a:lnTo>
                      <a:lnTo>
                        <a:pt x="36" y="71"/>
                      </a:lnTo>
                      <a:lnTo>
                        <a:pt x="0" y="3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Freeform 25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26"/>
                <p:cNvSpPr/>
                <p:nvPr/>
              </p:nvSpPr>
              <p:spPr bwMode="auto">
                <a:xfrm>
                  <a:off x="1639" y="3044"/>
                  <a:ext cx="244" cy="234"/>
                </a:xfrm>
                <a:custGeom>
                  <a:avLst/>
                  <a:gdLst>
                    <a:gd name="T0" fmla="*/ 36 w 244"/>
                    <a:gd name="T1" fmla="*/ 0 h 234"/>
                    <a:gd name="T2" fmla="*/ 36 w 244"/>
                    <a:gd name="T3" fmla="*/ 28 h 234"/>
                    <a:gd name="T4" fmla="*/ 91 w 244"/>
                    <a:gd name="T5" fmla="*/ 28 h 234"/>
                    <a:gd name="T6" fmla="*/ 122 w 244"/>
                    <a:gd name="T7" fmla="*/ 92 h 234"/>
                    <a:gd name="T8" fmla="*/ 153 w 244"/>
                    <a:gd name="T9" fmla="*/ 28 h 234"/>
                    <a:gd name="T10" fmla="*/ 209 w 244"/>
                    <a:gd name="T11" fmla="*/ 28 h 234"/>
                    <a:gd name="T12" fmla="*/ 209 w 244"/>
                    <a:gd name="T13" fmla="*/ 0 h 234"/>
                    <a:gd name="T14" fmla="*/ 244 w 244"/>
                    <a:gd name="T15" fmla="*/ 36 h 234"/>
                    <a:gd name="T16" fmla="*/ 209 w 244"/>
                    <a:gd name="T17" fmla="*/ 71 h 234"/>
                    <a:gd name="T18" fmla="*/ 209 w 244"/>
                    <a:gd name="T19" fmla="*/ 46 h 234"/>
                    <a:gd name="T20" fmla="*/ 168 w 244"/>
                    <a:gd name="T21" fmla="*/ 46 h 234"/>
                    <a:gd name="T22" fmla="*/ 135 w 244"/>
                    <a:gd name="T23" fmla="*/ 117 h 234"/>
                    <a:gd name="T24" fmla="*/ 168 w 244"/>
                    <a:gd name="T25" fmla="*/ 188 h 234"/>
                    <a:gd name="T26" fmla="*/ 209 w 244"/>
                    <a:gd name="T27" fmla="*/ 188 h 234"/>
                    <a:gd name="T28" fmla="*/ 209 w 244"/>
                    <a:gd name="T29" fmla="*/ 163 h 234"/>
                    <a:gd name="T30" fmla="*/ 244 w 244"/>
                    <a:gd name="T31" fmla="*/ 199 h 234"/>
                    <a:gd name="T32" fmla="*/ 209 w 244"/>
                    <a:gd name="T33" fmla="*/ 234 h 234"/>
                    <a:gd name="T34" fmla="*/ 209 w 244"/>
                    <a:gd name="T35" fmla="*/ 209 h 234"/>
                    <a:gd name="T36" fmla="*/ 153 w 244"/>
                    <a:gd name="T37" fmla="*/ 209 h 234"/>
                    <a:gd name="T38" fmla="*/ 122 w 244"/>
                    <a:gd name="T39" fmla="*/ 143 h 234"/>
                    <a:gd name="T40" fmla="*/ 91 w 244"/>
                    <a:gd name="T41" fmla="*/ 209 h 234"/>
                    <a:gd name="T42" fmla="*/ 36 w 244"/>
                    <a:gd name="T43" fmla="*/ 209 h 234"/>
                    <a:gd name="T44" fmla="*/ 36 w 244"/>
                    <a:gd name="T45" fmla="*/ 234 h 234"/>
                    <a:gd name="T46" fmla="*/ 0 w 244"/>
                    <a:gd name="T47" fmla="*/ 199 h 234"/>
                    <a:gd name="T48" fmla="*/ 36 w 244"/>
                    <a:gd name="T49" fmla="*/ 163 h 234"/>
                    <a:gd name="T50" fmla="*/ 36 w 244"/>
                    <a:gd name="T51" fmla="*/ 188 h 234"/>
                    <a:gd name="T52" fmla="*/ 74 w 244"/>
                    <a:gd name="T53" fmla="*/ 188 h 234"/>
                    <a:gd name="T54" fmla="*/ 109 w 244"/>
                    <a:gd name="T55" fmla="*/ 117 h 234"/>
                    <a:gd name="T56" fmla="*/ 74 w 244"/>
                    <a:gd name="T57" fmla="*/ 46 h 234"/>
                    <a:gd name="T58" fmla="*/ 36 w 244"/>
                    <a:gd name="T59" fmla="*/ 46 h 234"/>
                    <a:gd name="T60" fmla="*/ 36 w 244"/>
                    <a:gd name="T61" fmla="*/ 71 h 234"/>
                    <a:gd name="T62" fmla="*/ 0 w 244"/>
                    <a:gd name="T63" fmla="*/ 36 h 234"/>
                    <a:gd name="T64" fmla="*/ 36 w 244"/>
                    <a:gd name="T65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44" h="234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91" y="28"/>
                      </a:lnTo>
                      <a:lnTo>
                        <a:pt x="122" y="92"/>
                      </a:lnTo>
                      <a:lnTo>
                        <a:pt x="153" y="28"/>
                      </a:lnTo>
                      <a:lnTo>
                        <a:pt x="209" y="28"/>
                      </a:lnTo>
                      <a:lnTo>
                        <a:pt x="209" y="0"/>
                      </a:lnTo>
                      <a:lnTo>
                        <a:pt x="244" y="36"/>
                      </a:lnTo>
                      <a:lnTo>
                        <a:pt x="209" y="71"/>
                      </a:lnTo>
                      <a:lnTo>
                        <a:pt x="209" y="46"/>
                      </a:lnTo>
                      <a:lnTo>
                        <a:pt x="168" y="46"/>
                      </a:lnTo>
                      <a:lnTo>
                        <a:pt x="135" y="117"/>
                      </a:lnTo>
                      <a:lnTo>
                        <a:pt x="168" y="188"/>
                      </a:lnTo>
                      <a:lnTo>
                        <a:pt x="209" y="188"/>
                      </a:lnTo>
                      <a:lnTo>
                        <a:pt x="209" y="163"/>
                      </a:lnTo>
                      <a:lnTo>
                        <a:pt x="244" y="199"/>
                      </a:lnTo>
                      <a:lnTo>
                        <a:pt x="209" y="234"/>
                      </a:lnTo>
                      <a:lnTo>
                        <a:pt x="209" y="209"/>
                      </a:lnTo>
                      <a:lnTo>
                        <a:pt x="153" y="209"/>
                      </a:lnTo>
                      <a:lnTo>
                        <a:pt x="122" y="143"/>
                      </a:lnTo>
                      <a:lnTo>
                        <a:pt x="91" y="209"/>
                      </a:lnTo>
                      <a:lnTo>
                        <a:pt x="36" y="209"/>
                      </a:lnTo>
                      <a:lnTo>
                        <a:pt x="36" y="234"/>
                      </a:lnTo>
                      <a:lnTo>
                        <a:pt x="0" y="199"/>
                      </a:lnTo>
                      <a:lnTo>
                        <a:pt x="36" y="163"/>
                      </a:lnTo>
                      <a:lnTo>
                        <a:pt x="36" y="188"/>
                      </a:lnTo>
                      <a:lnTo>
                        <a:pt x="74" y="188"/>
                      </a:lnTo>
                      <a:lnTo>
                        <a:pt x="109" y="117"/>
                      </a:lnTo>
                      <a:lnTo>
                        <a:pt x="74" y="46"/>
                      </a:lnTo>
                      <a:lnTo>
                        <a:pt x="36" y="46"/>
                      </a:lnTo>
                      <a:lnTo>
                        <a:pt x="36" y="71"/>
                      </a:lnTo>
                      <a:lnTo>
                        <a:pt x="0" y="36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51445" tIns="25720" rIns="51445" bIns="25720" numCol="1" anchor="t" anchorCtr="0" compatLnSpc="1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GB" sz="615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7" name="Triangle 42"/>
            <p:cNvSpPr/>
            <p:nvPr/>
          </p:nvSpPr>
          <p:spPr>
            <a:xfrm rot="5400000">
              <a:off x="8854" y="12621"/>
              <a:ext cx="448" cy="35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76" name="Rounded Rectangle 471"/>
          <p:cNvSpPr/>
          <p:nvPr>
            <p:custDataLst>
              <p:tags r:id="rId1"/>
            </p:custDataLst>
          </p:nvPr>
        </p:nvSpPr>
        <p:spPr>
          <a:xfrm>
            <a:off x="12386916" y="12896186"/>
            <a:ext cx="1144567" cy="2327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013" dirty="0">
                <a:solidFill>
                  <a:prstClr val="black"/>
                </a:solidFill>
                <a:latin typeface="Calibri" panose="020F0502020204030204"/>
              </a:rPr>
              <a:t>Telemetry</a:t>
            </a:r>
          </a:p>
        </p:txBody>
      </p:sp>
      <p:sp>
        <p:nvSpPr>
          <p:cNvPr id="490" name="Up Arrow 488"/>
          <p:cNvSpPr/>
          <p:nvPr/>
        </p:nvSpPr>
        <p:spPr>
          <a:xfrm>
            <a:off x="11580772" y="12810153"/>
            <a:ext cx="267633" cy="428360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513769" y="11584820"/>
            <a:ext cx="980327" cy="449986"/>
          </a:xfrm>
          <a:prstGeom prst="rect">
            <a:avLst/>
          </a:prstGeom>
        </p:spPr>
      </p:pic>
      <p:sp>
        <p:nvSpPr>
          <p:cNvPr id="462" name="Rounded Rectangle 104"/>
          <p:cNvSpPr/>
          <p:nvPr/>
        </p:nvSpPr>
        <p:spPr>
          <a:xfrm>
            <a:off x="10628175" y="12072610"/>
            <a:ext cx="2496610" cy="25642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8" name="Rounded Rectangle 102"/>
          <p:cNvSpPr/>
          <p:nvPr/>
        </p:nvSpPr>
        <p:spPr>
          <a:xfrm>
            <a:off x="13124786" y="12072611"/>
            <a:ext cx="2449468" cy="270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6" name="Rounded Rectangle 106"/>
          <p:cNvSpPr/>
          <p:nvPr/>
        </p:nvSpPr>
        <p:spPr>
          <a:xfrm>
            <a:off x="10639059" y="12438841"/>
            <a:ext cx="2496610" cy="27056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7" name="Rounded Rectangle 106"/>
          <p:cNvSpPr/>
          <p:nvPr/>
        </p:nvSpPr>
        <p:spPr>
          <a:xfrm>
            <a:off x="13124785" y="12437550"/>
            <a:ext cx="2449469" cy="27056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0" name="TextBox 18"/>
          <p:cNvSpPr txBox="1"/>
          <p:nvPr/>
        </p:nvSpPr>
        <p:spPr>
          <a:xfrm>
            <a:off x="10462090" y="12448278"/>
            <a:ext cx="2418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i="1" dirty="0">
                <a:solidFill>
                  <a:prstClr val="white"/>
                </a:solidFill>
                <a:latin typeface="Calibri" panose="020F0502020204030204"/>
              </a:rPr>
              <a:t>DT/Simulation Artifacts &amp; Results</a:t>
            </a:r>
          </a:p>
        </p:txBody>
      </p:sp>
      <p:sp>
        <p:nvSpPr>
          <p:cNvPr id="181" name="TextBox 18"/>
          <p:cNvSpPr txBox="1"/>
          <p:nvPr/>
        </p:nvSpPr>
        <p:spPr>
          <a:xfrm>
            <a:off x="13308117" y="12467273"/>
            <a:ext cx="2167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i="1" dirty="0">
                <a:solidFill>
                  <a:prstClr val="white"/>
                </a:solidFill>
                <a:latin typeface="Calibri" panose="020F0502020204030204"/>
              </a:rPr>
              <a:t>Policies / Constraints / Action Logs</a:t>
            </a:r>
          </a:p>
        </p:txBody>
      </p:sp>
      <p:sp>
        <p:nvSpPr>
          <p:cNvPr id="182" name="Up Arrow 488"/>
          <p:cNvSpPr/>
          <p:nvPr/>
        </p:nvSpPr>
        <p:spPr>
          <a:xfrm>
            <a:off x="14065391" y="12768357"/>
            <a:ext cx="267633" cy="428360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8"/>
          <p:cNvSpPr txBox="1"/>
          <p:nvPr/>
        </p:nvSpPr>
        <p:spPr>
          <a:xfrm>
            <a:off x="10717485" y="12077102"/>
            <a:ext cx="2418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 dirty="0">
                <a:solidFill>
                  <a:prstClr val="white"/>
                </a:solidFill>
              </a:rPr>
              <a:t>Optical Performance Monitoring Data</a:t>
            </a:r>
            <a:endParaRPr lang="en-GB" sz="1050" i="1" dirty="0">
              <a:solidFill>
                <a:prstClr val="white"/>
              </a:solidFill>
            </a:endParaRPr>
          </a:p>
        </p:txBody>
      </p:sp>
      <p:sp>
        <p:nvSpPr>
          <p:cNvPr id="3" name="TextBox 18"/>
          <p:cNvSpPr txBox="1"/>
          <p:nvPr/>
        </p:nvSpPr>
        <p:spPr>
          <a:xfrm>
            <a:off x="13160455" y="12096953"/>
            <a:ext cx="24494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 dirty="0">
                <a:solidFill>
                  <a:prstClr val="white"/>
                </a:solidFill>
              </a:rPr>
              <a:t>Network Configuration &amp; Topology Info</a:t>
            </a:r>
            <a:endParaRPr lang="en-GB" sz="1050" i="1" dirty="0">
              <a:solidFill>
                <a:prstClr val="white"/>
              </a:solidFill>
            </a:endParaRPr>
          </a:p>
        </p:txBody>
      </p:sp>
      <p:sp>
        <p:nvSpPr>
          <p:cNvPr id="24" name="Rectangle: Rounded Corners 1"/>
          <p:cNvSpPr/>
          <p:nvPr>
            <p:custDataLst>
              <p:tags r:id="rId2"/>
            </p:custDataLst>
          </p:nvPr>
        </p:nvSpPr>
        <p:spPr>
          <a:xfrm>
            <a:off x="10145621" y="9617102"/>
            <a:ext cx="3012974" cy="1339881"/>
          </a:xfrm>
          <a:prstGeom prst="roundRect">
            <a:avLst>
              <a:gd name="adj" fmla="val 7227"/>
            </a:avLst>
          </a:prstGeom>
          <a:solidFill>
            <a:srgbClr val="CA98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26" name="Rectangle: Rounded Corners 1"/>
          <p:cNvSpPr/>
          <p:nvPr>
            <p:custDataLst>
              <p:tags r:id="rId3"/>
            </p:custDataLst>
          </p:nvPr>
        </p:nvSpPr>
        <p:spPr>
          <a:xfrm>
            <a:off x="13930535" y="9621647"/>
            <a:ext cx="2357218" cy="1335336"/>
          </a:xfrm>
          <a:prstGeom prst="roundRect">
            <a:avLst>
              <a:gd name="adj" fmla="val 11105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/>
          </a:p>
        </p:txBody>
      </p:sp>
      <p:sp>
        <p:nvSpPr>
          <p:cNvPr id="33" name="Rectangle: Rounded Corners 1"/>
          <p:cNvSpPr/>
          <p:nvPr>
            <p:custDataLst>
              <p:tags r:id="rId4"/>
            </p:custDataLst>
          </p:nvPr>
        </p:nvSpPr>
        <p:spPr>
          <a:xfrm>
            <a:off x="16628752" y="9656189"/>
            <a:ext cx="1980288" cy="1300795"/>
          </a:xfrm>
          <a:prstGeom prst="roundRect">
            <a:avLst>
              <a:gd name="adj" fmla="val 10973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/>
          </a:p>
        </p:txBody>
      </p:sp>
      <p:sp>
        <p:nvSpPr>
          <p:cNvPr id="35" name="Rectangle: Rounded Corners 1"/>
          <p:cNvSpPr/>
          <p:nvPr>
            <p:custDataLst>
              <p:tags r:id="rId5"/>
            </p:custDataLst>
          </p:nvPr>
        </p:nvSpPr>
        <p:spPr>
          <a:xfrm>
            <a:off x="19768997" y="9656189"/>
            <a:ext cx="2153805" cy="13007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/>
          </a:p>
        </p:txBody>
      </p:sp>
      <p:sp>
        <p:nvSpPr>
          <p:cNvPr id="36" name="Rectangle: Rounded Corners 1"/>
          <p:cNvSpPr/>
          <p:nvPr>
            <p:custDataLst>
              <p:tags r:id="rId6"/>
            </p:custDataLst>
          </p:nvPr>
        </p:nvSpPr>
        <p:spPr>
          <a:xfrm>
            <a:off x="22664830" y="9617103"/>
            <a:ext cx="1831367" cy="1339881"/>
          </a:xfrm>
          <a:prstGeom prst="roundRect">
            <a:avLst/>
          </a:prstGeom>
          <a:solidFill>
            <a:srgbClr val="7876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/>
          </a:p>
        </p:txBody>
      </p:sp>
      <p:sp>
        <p:nvSpPr>
          <p:cNvPr id="4" name="TextBox 58"/>
          <p:cNvSpPr txBox="1"/>
          <p:nvPr/>
        </p:nvSpPr>
        <p:spPr>
          <a:xfrm>
            <a:off x="16981881" y="11587234"/>
            <a:ext cx="125392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500" b="1" i="1" dirty="0">
                <a:solidFill>
                  <a:srgbClr val="FF0000"/>
                </a:solidFill>
                <a:latin typeface="Calibri" panose="020F0502020204030204"/>
              </a:rPr>
              <a:t>D</a:t>
            </a:r>
            <a:r>
              <a:rPr lang="en-US" altLang="zh-CN" sz="1500" b="1" i="1" dirty="0">
                <a:solidFill>
                  <a:srgbClr val="FF0000"/>
                </a:solidFill>
                <a:latin typeface="Calibri" panose="020F0502020204030204"/>
              </a:rPr>
              <a:t>i</a:t>
            </a:r>
            <a:r>
              <a:rPr lang="en-GB" altLang="zh-CN" sz="1500" b="1" i="1" dirty="0" err="1">
                <a:solidFill>
                  <a:srgbClr val="FF0000"/>
                </a:solidFill>
                <a:latin typeface="Calibri" panose="020F0502020204030204"/>
              </a:rPr>
              <a:t>gital</a:t>
            </a:r>
            <a:r>
              <a:rPr lang="zh-CN" altLang="en-US" sz="1500" b="1" i="1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GB" altLang="zh-CN" sz="1500" b="1" i="1" dirty="0">
                <a:solidFill>
                  <a:srgbClr val="FF0000"/>
                </a:solidFill>
                <a:latin typeface="Calibri" panose="020F0502020204030204"/>
              </a:rPr>
              <a:t>Twin</a:t>
            </a:r>
            <a:endParaRPr lang="en-US" altLang="en-GB" sz="1500" b="1" i="1" dirty="0">
              <a:solidFill>
                <a:srgbClr val="FF0000"/>
              </a:solidFill>
              <a:latin typeface="Calibri" panose="020F0502020204030204"/>
            </a:endParaRPr>
          </a:p>
        </p:txBody>
      </p:sp>
      <p:pic>
        <p:nvPicPr>
          <p:cNvPr id="5" name="Picture 8" descr="Digital Twin - Industrial IoT Use Case Profile | IoT ONE Digital  Transformation Advisors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042" y="11582085"/>
            <a:ext cx="701983" cy="31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104"/>
          <p:cNvSpPr/>
          <p:nvPr/>
        </p:nvSpPr>
        <p:spPr>
          <a:xfrm>
            <a:off x="16699380" y="11973881"/>
            <a:ext cx="2732092" cy="25642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TextBox 18"/>
          <p:cNvSpPr txBox="1"/>
          <p:nvPr/>
        </p:nvSpPr>
        <p:spPr>
          <a:xfrm>
            <a:off x="17119378" y="11983036"/>
            <a:ext cx="215326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 dirty="0">
                <a:solidFill>
                  <a:prstClr val="white"/>
                </a:solidFill>
              </a:rPr>
              <a:t>Physics-based Models</a:t>
            </a:r>
            <a:endParaRPr lang="en-GB" sz="1050" i="1" dirty="0">
              <a:solidFill>
                <a:prstClr val="white"/>
              </a:solidFill>
            </a:endParaRPr>
          </a:p>
        </p:txBody>
      </p:sp>
      <p:sp>
        <p:nvSpPr>
          <p:cNvPr id="11" name="Rounded Rectangle 102"/>
          <p:cNvSpPr/>
          <p:nvPr/>
        </p:nvSpPr>
        <p:spPr>
          <a:xfrm>
            <a:off x="16699186" y="12288174"/>
            <a:ext cx="2732286" cy="270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17200079" y="12639728"/>
            <a:ext cx="20447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 dirty="0">
                <a:solidFill>
                  <a:prstClr val="white"/>
                </a:solidFill>
              </a:rPr>
              <a:t>Decision &amp; Optimization Models</a:t>
            </a:r>
            <a:endParaRPr lang="en-GB" sz="1050" i="1" dirty="0">
              <a:solidFill>
                <a:prstClr val="white"/>
              </a:solidFill>
            </a:endParaRPr>
          </a:p>
        </p:txBody>
      </p:sp>
      <p:sp>
        <p:nvSpPr>
          <p:cNvPr id="29" name="TextBox 18"/>
          <p:cNvSpPr txBox="1"/>
          <p:nvPr/>
        </p:nvSpPr>
        <p:spPr>
          <a:xfrm>
            <a:off x="17369408" y="12302342"/>
            <a:ext cx="152725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 dirty="0">
                <a:solidFill>
                  <a:prstClr val="white"/>
                </a:solidFill>
              </a:rPr>
              <a:t>Data-driven ML Models</a:t>
            </a:r>
            <a:endParaRPr lang="en-GB" sz="1050" i="1" dirty="0">
              <a:solidFill>
                <a:prstClr val="white"/>
              </a:solidFill>
            </a:endParaRPr>
          </a:p>
        </p:txBody>
      </p:sp>
      <p:sp>
        <p:nvSpPr>
          <p:cNvPr id="47" name="Text Box 116"/>
          <p:cNvSpPr txBox="1"/>
          <p:nvPr>
            <p:custDataLst>
              <p:tags r:id="rId7"/>
            </p:custDataLst>
          </p:nvPr>
        </p:nvSpPr>
        <p:spPr>
          <a:xfrm>
            <a:off x="10246606" y="9656186"/>
            <a:ext cx="18117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 u="sng" dirty="0">
                <a:solidFill>
                  <a:schemeClr val="bg1"/>
                </a:solidFill>
              </a:rPr>
              <a:t>Planner Agent </a:t>
            </a:r>
            <a:r>
              <a:rPr lang="en-GB" altLang="en-GB" sz="1350" b="1" u="sng" dirty="0">
                <a:solidFill>
                  <a:schemeClr val="bg1"/>
                </a:solidFill>
              </a:rPr>
              <a:t>(LLM)</a:t>
            </a:r>
          </a:p>
        </p:txBody>
      </p:sp>
      <p:sp>
        <p:nvSpPr>
          <p:cNvPr id="48" name="Text Box 117"/>
          <p:cNvSpPr txBox="1"/>
          <p:nvPr>
            <p:custDataLst>
              <p:tags r:id="rId8"/>
            </p:custDataLst>
          </p:nvPr>
        </p:nvSpPr>
        <p:spPr>
          <a:xfrm>
            <a:off x="10274258" y="9983765"/>
            <a:ext cx="2795363" cy="718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1200" dirty="0">
                <a:solidFill>
                  <a:schemeClr val="bg1"/>
                </a:solidFill>
              </a:rPr>
              <a:t>1. Parsing user input and define research tasks</a:t>
            </a:r>
            <a:r>
              <a:rPr lang="en-GB" altLang="en-US" sz="1200" dirty="0">
                <a:solidFill>
                  <a:schemeClr val="bg1"/>
                </a:solidFill>
              </a:rPr>
              <a:t>;</a:t>
            </a:r>
            <a:endParaRPr lang="en-US" altLang="en-GB" sz="1200" dirty="0">
              <a:solidFill>
                <a:schemeClr val="bg1"/>
              </a:solidFill>
            </a:endParaRPr>
          </a:p>
          <a:p>
            <a:r>
              <a:rPr lang="en-US" altLang="en-GB" sz="1200" dirty="0">
                <a:solidFill>
                  <a:schemeClr val="bg1"/>
                </a:solidFill>
              </a:rPr>
              <a:t>2. Generating research scenarios (Scenario Id, simulation case, simulation tool, KPIs)</a:t>
            </a:r>
            <a:r>
              <a:rPr lang="en-GB" alt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1" name="Text Box 116"/>
          <p:cNvSpPr txBox="1"/>
          <p:nvPr>
            <p:custDataLst>
              <p:tags r:id="rId9"/>
            </p:custDataLst>
          </p:nvPr>
        </p:nvSpPr>
        <p:spPr>
          <a:xfrm>
            <a:off x="14122642" y="9697614"/>
            <a:ext cx="23009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 u="sng" dirty="0">
                <a:solidFill>
                  <a:schemeClr val="bg1"/>
                </a:solidFill>
              </a:rPr>
              <a:t>Scenario Expander Agent (LLM)</a:t>
            </a:r>
          </a:p>
        </p:txBody>
      </p:sp>
      <p:sp>
        <p:nvSpPr>
          <p:cNvPr id="52" name="Text Box 121"/>
          <p:cNvSpPr txBox="1"/>
          <p:nvPr>
            <p:custDataLst>
              <p:tags r:id="rId10"/>
            </p:custDataLst>
          </p:nvPr>
        </p:nvSpPr>
        <p:spPr>
          <a:xfrm>
            <a:off x="14105746" y="10170684"/>
            <a:ext cx="2222950" cy="718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1200" dirty="0">
                <a:solidFill>
                  <a:srgbClr val="000000"/>
                </a:solidFill>
              </a:rPr>
              <a:t>1. </a:t>
            </a:r>
            <a:r>
              <a:rPr lang="en-US" sz="1200" dirty="0">
                <a:solidFill>
                  <a:srgbClr val="000000"/>
                </a:solidFill>
              </a:rPr>
              <a:t>Validate every simulation case against orchestrator contracts;</a:t>
            </a:r>
          </a:p>
          <a:p>
            <a:r>
              <a:rPr lang="en-GB" altLang="en-US" sz="1200" dirty="0">
                <a:solidFill>
                  <a:srgbClr val="000000"/>
                </a:solidFill>
              </a:rPr>
              <a:t>2. </a:t>
            </a:r>
            <a:r>
              <a:rPr lang="en-US" sz="1200" dirty="0">
                <a:solidFill>
                  <a:srgbClr val="000000"/>
                </a:solidFill>
              </a:rPr>
              <a:t>Script Generation</a:t>
            </a:r>
            <a:r>
              <a:rPr lang="en-GB" altLang="en-US" sz="12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53" name="Text Box 116"/>
          <p:cNvSpPr txBox="1"/>
          <p:nvPr>
            <p:custDataLst>
              <p:tags r:id="rId11"/>
            </p:custDataLst>
          </p:nvPr>
        </p:nvSpPr>
        <p:spPr>
          <a:xfrm>
            <a:off x="16709921" y="9697615"/>
            <a:ext cx="18991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 u="sng">
                <a:solidFill>
                  <a:srgbClr val="FFFFFF"/>
                </a:solidFill>
              </a:rPr>
              <a:t>Results Analysis Agent</a:t>
            </a:r>
            <a:endParaRPr lang="en-GB" altLang="en-GB" sz="1350" b="1" u="sng" dirty="0">
              <a:solidFill>
                <a:srgbClr val="FFFFFF"/>
              </a:solidFill>
            </a:endParaRPr>
          </a:p>
        </p:txBody>
      </p:sp>
      <p:sp>
        <p:nvSpPr>
          <p:cNvPr id="54" name="Text Box 121"/>
          <p:cNvSpPr txBox="1"/>
          <p:nvPr>
            <p:custDataLst>
              <p:tags r:id="rId12"/>
            </p:custDataLst>
          </p:nvPr>
        </p:nvSpPr>
        <p:spPr>
          <a:xfrm>
            <a:off x="16760919" y="10187460"/>
            <a:ext cx="1760560" cy="718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1200" dirty="0">
                <a:solidFill>
                  <a:srgbClr val="FFFFFF"/>
                </a:solidFill>
              </a:rPr>
              <a:t>Validate → aggregate KPIs → compliance →  sensitivity → summary</a:t>
            </a:r>
          </a:p>
        </p:txBody>
      </p:sp>
      <p:sp>
        <p:nvSpPr>
          <p:cNvPr id="56" name="Text Box 116"/>
          <p:cNvSpPr txBox="1"/>
          <p:nvPr>
            <p:custDataLst>
              <p:tags r:id="rId13"/>
            </p:custDataLst>
          </p:nvPr>
        </p:nvSpPr>
        <p:spPr>
          <a:xfrm>
            <a:off x="19931008" y="9759534"/>
            <a:ext cx="244652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 u="sng" dirty="0">
                <a:solidFill>
                  <a:srgbClr val="000000"/>
                </a:solidFill>
              </a:rPr>
              <a:t>Reflection Agent </a:t>
            </a:r>
            <a:r>
              <a:rPr lang="en-GB" altLang="en-GB" sz="1350" b="1" u="sng" dirty="0">
                <a:solidFill>
                  <a:srgbClr val="000000"/>
                </a:solidFill>
              </a:rPr>
              <a:t>(LLM)</a:t>
            </a:r>
          </a:p>
        </p:txBody>
      </p:sp>
      <p:sp>
        <p:nvSpPr>
          <p:cNvPr id="57" name="Text Box 121"/>
          <p:cNvSpPr txBox="1"/>
          <p:nvPr>
            <p:custDataLst>
              <p:tags r:id="rId14"/>
            </p:custDataLst>
          </p:nvPr>
        </p:nvSpPr>
        <p:spPr>
          <a:xfrm>
            <a:off x="19839167" y="10127580"/>
            <a:ext cx="2106346" cy="718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1200" dirty="0">
                <a:solidFill>
                  <a:srgbClr val="000000"/>
                </a:solidFill>
              </a:rPr>
              <a:t>Gap analysis → attribution → policy updates (search space, constraints, optimizer)</a:t>
            </a:r>
          </a:p>
        </p:txBody>
      </p:sp>
      <p:sp>
        <p:nvSpPr>
          <p:cNvPr id="58" name="Text Box 116"/>
          <p:cNvSpPr txBox="1"/>
          <p:nvPr>
            <p:custDataLst>
              <p:tags r:id="rId15"/>
            </p:custDataLst>
          </p:nvPr>
        </p:nvSpPr>
        <p:spPr>
          <a:xfrm>
            <a:off x="22783220" y="9759738"/>
            <a:ext cx="18228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b="1" u="sng">
                <a:solidFill>
                  <a:schemeClr val="bg1"/>
                </a:solidFill>
              </a:rPr>
              <a:t>Report Agent</a:t>
            </a:r>
            <a:endParaRPr lang="en-GB" altLang="en-GB" sz="1350" b="1" u="sng" dirty="0">
              <a:solidFill>
                <a:schemeClr val="bg1"/>
              </a:solidFill>
            </a:endParaRPr>
          </a:p>
        </p:txBody>
      </p:sp>
      <p:sp>
        <p:nvSpPr>
          <p:cNvPr id="59" name="Text Box 121"/>
          <p:cNvSpPr txBox="1"/>
          <p:nvPr>
            <p:custDataLst>
              <p:tags r:id="rId16"/>
            </p:custDataLst>
          </p:nvPr>
        </p:nvSpPr>
        <p:spPr>
          <a:xfrm>
            <a:off x="22746721" y="10147078"/>
            <a:ext cx="1791000" cy="718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1200" dirty="0">
                <a:solidFill>
                  <a:schemeClr val="bg1"/>
                </a:solidFill>
              </a:rPr>
              <a:t>Response user requests.</a:t>
            </a:r>
            <a:br>
              <a:rPr lang="en-GB" altLang="en-US" sz="1200" dirty="0">
                <a:solidFill>
                  <a:schemeClr val="bg1"/>
                </a:solidFill>
              </a:rPr>
            </a:br>
            <a:r>
              <a:rPr lang="en-GB" altLang="en-US" sz="1200" dirty="0">
                <a:solidFill>
                  <a:schemeClr val="bg1"/>
                </a:solidFill>
              </a:rPr>
              <a:t>Create detailed report.</a:t>
            </a:r>
          </a:p>
        </p:txBody>
      </p:sp>
      <p:sp>
        <p:nvSpPr>
          <p:cNvPr id="463" name="Up Arrow 51"/>
          <p:cNvSpPr/>
          <p:nvPr/>
        </p:nvSpPr>
        <p:spPr>
          <a:xfrm rot="5400000" flipH="1">
            <a:off x="22135140" y="10297833"/>
            <a:ext cx="310871" cy="447142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/>
          </a:p>
        </p:txBody>
      </p:sp>
      <p:sp>
        <p:nvSpPr>
          <p:cNvPr id="464" name="Text Box 109"/>
          <p:cNvSpPr txBox="1"/>
          <p:nvPr/>
        </p:nvSpPr>
        <p:spPr>
          <a:xfrm>
            <a:off x="21916320" y="9948614"/>
            <a:ext cx="8898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050" dirty="0"/>
              <a:t>Evaluation results</a:t>
            </a:r>
          </a:p>
        </p:txBody>
      </p:sp>
      <p:sp>
        <p:nvSpPr>
          <p:cNvPr id="465" name="Up Arrow 51"/>
          <p:cNvSpPr/>
          <p:nvPr/>
        </p:nvSpPr>
        <p:spPr>
          <a:xfrm rot="5400000" flipH="1">
            <a:off x="19060195" y="10199213"/>
            <a:ext cx="310871" cy="58019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/>
          </a:p>
        </p:txBody>
      </p:sp>
      <p:sp>
        <p:nvSpPr>
          <p:cNvPr id="466" name="Text Box 110"/>
          <p:cNvSpPr txBox="1"/>
          <p:nvPr/>
        </p:nvSpPr>
        <p:spPr>
          <a:xfrm>
            <a:off x="18686196" y="9767822"/>
            <a:ext cx="127151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050" dirty="0"/>
              <a:t>1. KPI history;</a:t>
            </a:r>
          </a:p>
          <a:p>
            <a:r>
              <a:rPr lang="en-US" altLang="en-GB" sz="1050" dirty="0"/>
              <a:t>2. Simulation logs.</a:t>
            </a:r>
          </a:p>
          <a:p>
            <a:r>
              <a:rPr lang="en-US" altLang="zh-CN" sz="1050" dirty="0" err="1">
                <a:solidFill>
                  <a:srgbClr val="C00000"/>
                </a:solidFill>
              </a:rPr>
              <a:t>analysis.json</a:t>
            </a:r>
            <a:endParaRPr lang="en-US" altLang="en-GB" sz="1050" dirty="0">
              <a:solidFill>
                <a:srgbClr val="C00000"/>
              </a:solidFill>
            </a:endParaRPr>
          </a:p>
        </p:txBody>
      </p:sp>
      <p:sp>
        <p:nvSpPr>
          <p:cNvPr id="467" name="Up Arrow 51"/>
          <p:cNvSpPr/>
          <p:nvPr/>
        </p:nvSpPr>
        <p:spPr>
          <a:xfrm rot="5400000" flipH="1">
            <a:off x="13364867" y="10194693"/>
            <a:ext cx="336589" cy="538652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/>
          </a:p>
        </p:txBody>
      </p:sp>
      <p:sp>
        <p:nvSpPr>
          <p:cNvPr id="469" name="Text Box 137"/>
          <p:cNvSpPr txBox="1"/>
          <p:nvPr/>
        </p:nvSpPr>
        <p:spPr>
          <a:xfrm>
            <a:off x="13175527" y="9955018"/>
            <a:ext cx="823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 err="1">
                <a:solidFill>
                  <a:srgbClr val="C00000"/>
                </a:solidFill>
              </a:rPr>
              <a:t>plan.json</a:t>
            </a:r>
            <a:endParaRPr lang="en-US" sz="1050" i="1" dirty="0">
              <a:solidFill>
                <a:srgbClr val="C00000"/>
              </a:solidFill>
            </a:endParaRPr>
          </a:p>
        </p:txBody>
      </p:sp>
      <p:sp>
        <p:nvSpPr>
          <p:cNvPr id="485" name="Rectangle 484"/>
          <p:cNvSpPr/>
          <p:nvPr/>
        </p:nvSpPr>
        <p:spPr>
          <a:xfrm>
            <a:off x="10041884" y="9155951"/>
            <a:ext cx="14564157" cy="1921469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86" name="Up Arrow 488"/>
          <p:cNvSpPr/>
          <p:nvPr/>
        </p:nvSpPr>
        <p:spPr>
          <a:xfrm rot="5400000">
            <a:off x="15955621" y="11881297"/>
            <a:ext cx="315319" cy="608440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8" name="Up Arrow 488"/>
          <p:cNvSpPr/>
          <p:nvPr/>
        </p:nvSpPr>
        <p:spPr>
          <a:xfrm rot="16200000" flipH="1">
            <a:off x="15968886" y="12259479"/>
            <a:ext cx="315319" cy="608440"/>
          </a:xfrm>
          <a:prstGeom prst="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58"/>
          <p:cNvSpPr txBox="1"/>
          <p:nvPr/>
        </p:nvSpPr>
        <p:spPr>
          <a:xfrm>
            <a:off x="10173902" y="9244037"/>
            <a:ext cx="27247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500" b="1" i="1" dirty="0">
                <a:solidFill>
                  <a:srgbClr val="FF0000"/>
                </a:solidFill>
                <a:latin typeface="Calibri" panose="020F0502020204030204"/>
              </a:rPr>
              <a:t>Agentic AI Layer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314788" y="7668306"/>
            <a:ext cx="13773847" cy="1048304"/>
            <a:chOff x="461" y="2021"/>
            <a:chExt cx="6029" cy="2621"/>
          </a:xfrm>
        </p:grpSpPr>
        <p:sp>
          <p:nvSpPr>
            <p:cNvPr id="30" name="Rectangle: Rounded Corners 29"/>
            <p:cNvSpPr/>
            <p:nvPr>
              <p:custDataLst>
                <p:tags r:id="rId18"/>
              </p:custDataLst>
            </p:nvPr>
          </p:nvSpPr>
          <p:spPr>
            <a:xfrm>
              <a:off x="461" y="2069"/>
              <a:ext cx="6029" cy="2573"/>
            </a:xfrm>
            <a:prstGeom prst="roundRect">
              <a:avLst>
                <a:gd name="adj" fmla="val 6843"/>
              </a:avLst>
            </a:prstGeom>
            <a:solidFill>
              <a:srgbClr val="76C6C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126" dirty="0"/>
            </a:p>
          </p:txBody>
        </p:sp>
        <p:sp>
          <p:nvSpPr>
            <p:cNvPr id="43" name="Text Box 4"/>
            <p:cNvSpPr txBox="1"/>
            <p:nvPr>
              <p:custDataLst>
                <p:tags r:id="rId19"/>
              </p:custDataLst>
            </p:nvPr>
          </p:nvSpPr>
          <p:spPr>
            <a:xfrm>
              <a:off x="566" y="2021"/>
              <a:ext cx="3804" cy="1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126" b="1" u="sng" dirty="0">
                  <a:solidFill>
                    <a:schemeClr val="bg1"/>
                  </a:solidFill>
                </a:rPr>
                <a:t>User Input</a:t>
              </a:r>
            </a:p>
          </p:txBody>
        </p:sp>
        <p:pic>
          <p:nvPicPr>
            <p:cNvPr id="50" name="Graphic 49" descr="Programmer male outline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046" y="2433"/>
              <a:ext cx="436" cy="1853"/>
            </a:xfrm>
            <a:prstGeom prst="rect">
              <a:avLst/>
            </a:prstGeom>
          </p:spPr>
        </p:pic>
      </p:grpSp>
      <p:sp>
        <p:nvSpPr>
          <p:cNvPr id="55" name="TextBox 54"/>
          <p:cNvSpPr txBox="1"/>
          <p:nvPr/>
        </p:nvSpPr>
        <p:spPr>
          <a:xfrm>
            <a:off x="10471064" y="8071587"/>
            <a:ext cx="1283168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GB" sz="1350" dirty="0"/>
              <a:t>Generate a raw </a:t>
            </a:r>
            <a:r>
              <a:rPr lang="en-GB" altLang="en-GB" sz="1350" dirty="0" err="1"/>
              <a:t>QoT</a:t>
            </a:r>
            <a:r>
              <a:rPr lang="en-GB" altLang="en-GB" sz="1350" dirty="0"/>
              <a:t> dataset for all NDFF paths starting from Bristol using 8 Voyager transmitters only. Use 8 channel slots and enumerate all binary on/off channel patterns across the 8 slots. Simulate only QPSK and 16QAM.</a:t>
            </a:r>
            <a:endParaRPr lang="en-GB" sz="1350" dirty="0"/>
          </a:p>
        </p:txBody>
      </p:sp>
      <p:sp>
        <p:nvSpPr>
          <p:cNvPr id="470" name="Rounded Rectangle 309"/>
          <p:cNvSpPr/>
          <p:nvPr/>
        </p:nvSpPr>
        <p:spPr>
          <a:xfrm>
            <a:off x="19831898" y="11464049"/>
            <a:ext cx="4477289" cy="1604336"/>
          </a:xfrm>
          <a:prstGeom prst="roundRect">
            <a:avLst/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1350"/>
          </a:p>
        </p:txBody>
      </p:sp>
      <p:sp>
        <p:nvSpPr>
          <p:cNvPr id="471" name="TextBox 58"/>
          <p:cNvSpPr txBox="1"/>
          <p:nvPr/>
        </p:nvSpPr>
        <p:spPr>
          <a:xfrm>
            <a:off x="21597162" y="11557897"/>
            <a:ext cx="27247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1500" b="1" i="1" dirty="0">
                <a:solidFill>
                  <a:srgbClr val="FF0000"/>
                </a:solidFill>
                <a:latin typeface="Calibri" panose="020F0502020204030204"/>
              </a:rPr>
              <a:t>Orchestrator</a:t>
            </a:r>
          </a:p>
        </p:txBody>
      </p:sp>
      <p:pic>
        <p:nvPicPr>
          <p:cNvPr id="472" name="Content Placeholder 18" descr="orchestrator"/>
          <p:cNvPicPr>
            <a:picLocks noChangeAspect="1"/>
          </p:cNvPicPr>
          <p:nvPr/>
        </p:nvPicPr>
        <p:blipFill>
          <a:blip r:embed="rId2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770" r="21973"/>
          <a:stretch>
            <a:fillRect/>
          </a:stretch>
        </p:blipFill>
        <p:spPr bwMode="auto">
          <a:xfrm>
            <a:off x="22772701" y="11872271"/>
            <a:ext cx="1622840" cy="109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3" name="Text Box 8"/>
          <p:cNvSpPr txBox="1"/>
          <p:nvPr>
            <p:custDataLst>
              <p:tags r:id="rId17"/>
            </p:custDataLst>
          </p:nvPr>
        </p:nvSpPr>
        <p:spPr>
          <a:xfrm>
            <a:off x="19986310" y="11809413"/>
            <a:ext cx="3177535" cy="115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1350" dirty="0"/>
              <a:t>1. Task Graph construction</a:t>
            </a:r>
          </a:p>
          <a:p>
            <a:r>
              <a:rPr lang="en-US" altLang="en-GB" sz="1350" dirty="0"/>
              <a:t>2. </a:t>
            </a:r>
            <a:r>
              <a:rPr lang="en-GB" altLang="en-US" sz="1350" dirty="0"/>
              <a:t>KPI catalogue</a:t>
            </a:r>
            <a:r>
              <a:rPr lang="en-US" altLang="en-GB" sz="1350" dirty="0"/>
              <a:t>s</a:t>
            </a:r>
            <a:r>
              <a:rPr lang="en-GB" altLang="en-US" sz="1350" dirty="0"/>
              <a:t>, Optimisation Strategies</a:t>
            </a:r>
          </a:p>
          <a:p>
            <a:r>
              <a:rPr lang="en-US" altLang="en-GB" sz="1350" dirty="0"/>
              <a:t>3. Agent coordination</a:t>
            </a:r>
            <a:endParaRPr lang="en-GB" altLang="en-US" sz="1350" dirty="0"/>
          </a:p>
          <a:p>
            <a:r>
              <a:rPr lang="en-GB" sz="1350" dirty="0"/>
              <a:t>4. State tracking</a:t>
            </a:r>
            <a:endParaRPr lang="en-US" altLang="en-GB" sz="1350" dirty="0"/>
          </a:p>
          <a:p>
            <a:r>
              <a:rPr lang="en-US" altLang="en-GB" sz="1350" dirty="0"/>
              <a:t>5. Execution lifecycle management</a:t>
            </a:r>
          </a:p>
        </p:txBody>
      </p:sp>
      <p:sp>
        <p:nvSpPr>
          <p:cNvPr id="481" name="Up Arrow 51"/>
          <p:cNvSpPr/>
          <p:nvPr/>
        </p:nvSpPr>
        <p:spPr>
          <a:xfrm rot="10800000" flipH="1">
            <a:off x="11980167" y="8871282"/>
            <a:ext cx="332390" cy="520124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 dirty="0"/>
          </a:p>
        </p:txBody>
      </p:sp>
      <p:sp>
        <p:nvSpPr>
          <p:cNvPr id="487" name="Up Arrow 51"/>
          <p:cNvSpPr/>
          <p:nvPr/>
        </p:nvSpPr>
        <p:spPr>
          <a:xfrm rot="7620000" flipH="1">
            <a:off x="16303614" y="11014851"/>
            <a:ext cx="305131" cy="43487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 dirty="0"/>
          </a:p>
        </p:txBody>
      </p:sp>
      <p:sp>
        <p:nvSpPr>
          <p:cNvPr id="491" name="Up Arrow 51"/>
          <p:cNvSpPr/>
          <p:nvPr/>
        </p:nvSpPr>
        <p:spPr>
          <a:xfrm rot="10800000" flipH="1" flipV="1">
            <a:off x="21401705" y="11109731"/>
            <a:ext cx="245133" cy="325994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 dirty="0"/>
          </a:p>
        </p:txBody>
      </p:sp>
      <p:sp>
        <p:nvSpPr>
          <p:cNvPr id="493" name="Text Box 133"/>
          <p:cNvSpPr txBox="1"/>
          <p:nvPr/>
        </p:nvSpPr>
        <p:spPr>
          <a:xfrm>
            <a:off x="10438694" y="8885427"/>
            <a:ext cx="1629018" cy="2855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1050" dirty="0"/>
              <a:t> </a:t>
            </a:r>
            <a:r>
              <a:rPr lang="en-US" altLang="en-GB" sz="1200" dirty="0"/>
              <a:t>Natural language task</a:t>
            </a:r>
          </a:p>
        </p:txBody>
      </p:sp>
      <p:sp>
        <p:nvSpPr>
          <p:cNvPr id="494" name="Text Box 137"/>
          <p:cNvSpPr txBox="1"/>
          <p:nvPr/>
        </p:nvSpPr>
        <p:spPr>
          <a:xfrm>
            <a:off x="22302992" y="8873411"/>
            <a:ext cx="1313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rgbClr val="C00000"/>
                </a:solidFill>
              </a:rPr>
              <a:t>report.md / </a:t>
            </a:r>
            <a:r>
              <a:rPr lang="en-US" altLang="zh-CN" sz="1050" i="1" dirty="0">
                <a:solidFill>
                  <a:srgbClr val="C00000"/>
                </a:solidFill>
              </a:rPr>
              <a:t>figures</a:t>
            </a:r>
            <a:endParaRPr lang="zh-CN" altLang="en-US" sz="1050" i="1" dirty="0" err="1">
              <a:solidFill>
                <a:srgbClr val="C00000"/>
              </a:solidFill>
            </a:endParaRPr>
          </a:p>
        </p:txBody>
      </p:sp>
      <p:sp>
        <p:nvSpPr>
          <p:cNvPr id="495" name="Text Box 135"/>
          <p:cNvSpPr txBox="1"/>
          <p:nvPr/>
        </p:nvSpPr>
        <p:spPr>
          <a:xfrm>
            <a:off x="14722157" y="11128153"/>
            <a:ext cx="1448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050" i="1" dirty="0">
                <a:solidFill>
                  <a:srgbClr val="C00000"/>
                </a:solidFill>
              </a:rPr>
              <a:t>scripts.py / </a:t>
            </a:r>
            <a:r>
              <a:rPr lang="en-US" altLang="en-GB" sz="1050" i="1" dirty="0" err="1">
                <a:solidFill>
                  <a:srgbClr val="C00000"/>
                </a:solidFill>
              </a:rPr>
              <a:t>config.json</a:t>
            </a:r>
            <a:endParaRPr lang="en-US" altLang="en-GB" sz="1050" i="1" dirty="0">
              <a:solidFill>
                <a:srgbClr val="C00000"/>
              </a:solidFill>
            </a:endParaRPr>
          </a:p>
        </p:txBody>
      </p:sp>
      <p:sp>
        <p:nvSpPr>
          <p:cNvPr id="498" name="Text Box 137"/>
          <p:cNvSpPr txBox="1"/>
          <p:nvPr/>
        </p:nvSpPr>
        <p:spPr>
          <a:xfrm>
            <a:off x="17275091" y="11158827"/>
            <a:ext cx="16705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 err="1">
                <a:solidFill>
                  <a:srgbClr val="C00000"/>
                </a:solidFill>
              </a:rPr>
              <a:t>simulation_results</a:t>
            </a:r>
            <a:r>
              <a:rPr lang="en-US" sz="1050" i="1" dirty="0">
                <a:solidFill>
                  <a:srgbClr val="C00000"/>
                </a:solidFill>
              </a:rPr>
              <a:t>.</a:t>
            </a:r>
            <a:r>
              <a:rPr lang="en-US" sz="1050" i="1" dirty="0" err="1">
                <a:solidFill>
                  <a:srgbClr val="C00000"/>
                </a:solidFill>
              </a:rPr>
              <a:t>json</a:t>
            </a:r>
            <a:endParaRPr lang="en-US" sz="1050" i="1" dirty="0">
              <a:solidFill>
                <a:srgbClr val="C00000"/>
              </a:solidFill>
            </a:endParaRPr>
          </a:p>
        </p:txBody>
      </p:sp>
      <p:sp>
        <p:nvSpPr>
          <p:cNvPr id="500" name="Text Box 135"/>
          <p:cNvSpPr txBox="1"/>
          <p:nvPr/>
        </p:nvSpPr>
        <p:spPr>
          <a:xfrm>
            <a:off x="19324435" y="11191991"/>
            <a:ext cx="21555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050" i="1" dirty="0">
                <a:solidFill>
                  <a:srgbClr val="C00000"/>
                </a:solidFill>
              </a:rPr>
              <a:t>Agent Invocation/ Execution Policies</a:t>
            </a:r>
          </a:p>
        </p:txBody>
      </p:sp>
      <p:sp>
        <p:nvSpPr>
          <p:cNvPr id="31" name="Arrow: Bent-Up 30"/>
          <p:cNvSpPr/>
          <p:nvPr/>
        </p:nvSpPr>
        <p:spPr>
          <a:xfrm flipH="1" flipV="1">
            <a:off x="12755741" y="9472200"/>
            <a:ext cx="9877383" cy="285259"/>
          </a:xfrm>
          <a:prstGeom prst="bentUpArrow">
            <a:avLst>
              <a:gd name="adj1" fmla="val 35765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2" name="L-Shape 31"/>
          <p:cNvSpPr/>
          <p:nvPr/>
        </p:nvSpPr>
        <p:spPr>
          <a:xfrm flipH="1" flipV="1">
            <a:off x="22642116" y="9450315"/>
            <a:ext cx="285876" cy="356754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4" name="Text Box 133"/>
          <p:cNvSpPr txBox="1"/>
          <p:nvPr/>
        </p:nvSpPr>
        <p:spPr>
          <a:xfrm>
            <a:off x="12312557" y="9187908"/>
            <a:ext cx="2574784" cy="2855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50" dirty="0" err="1">
                <a:solidFill>
                  <a:srgbClr val="C00000"/>
                </a:solidFill>
              </a:rPr>
              <a:t>Policy_update.json</a:t>
            </a:r>
            <a:r>
              <a:rPr lang="en-US" altLang="zh-CN" sz="1050" dirty="0">
                <a:solidFill>
                  <a:srgbClr val="C00000"/>
                </a:solidFill>
              </a:rPr>
              <a:t>/ </a:t>
            </a:r>
            <a:r>
              <a:rPr lang="en-US" altLang="zh-CN" sz="1050" dirty="0" err="1">
                <a:solidFill>
                  <a:srgbClr val="C00000"/>
                </a:solidFill>
              </a:rPr>
              <a:t>constraints.json</a:t>
            </a:r>
            <a:endParaRPr lang="en-GB" altLang="en-GB" sz="1200" dirty="0">
              <a:solidFill>
                <a:srgbClr val="C00000"/>
              </a:solidFill>
            </a:endParaRPr>
          </a:p>
        </p:txBody>
      </p:sp>
      <p:sp>
        <p:nvSpPr>
          <p:cNvPr id="37" name="Up Arrow 51"/>
          <p:cNvSpPr/>
          <p:nvPr/>
        </p:nvSpPr>
        <p:spPr>
          <a:xfrm rot="10800000" flipH="1" flipV="1">
            <a:off x="17066516" y="11013119"/>
            <a:ext cx="295576" cy="417659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 dirty="0"/>
          </a:p>
        </p:txBody>
      </p:sp>
      <p:sp>
        <p:nvSpPr>
          <p:cNvPr id="38" name="Up Arrow 51"/>
          <p:cNvSpPr/>
          <p:nvPr/>
        </p:nvSpPr>
        <p:spPr>
          <a:xfrm rot="10800000" flipH="1" flipV="1">
            <a:off x="12275821" y="11150822"/>
            <a:ext cx="287346" cy="303587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 dirty="0"/>
          </a:p>
        </p:txBody>
      </p:sp>
      <p:sp>
        <p:nvSpPr>
          <p:cNvPr id="40" name="Up Arrow 51"/>
          <p:cNvSpPr/>
          <p:nvPr/>
        </p:nvSpPr>
        <p:spPr>
          <a:xfrm rot="10800000" flipH="1">
            <a:off x="21724400" y="11128344"/>
            <a:ext cx="245133" cy="325994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 dirty="0"/>
          </a:p>
        </p:txBody>
      </p:sp>
      <p:sp>
        <p:nvSpPr>
          <p:cNvPr id="41" name="Text Box 133"/>
          <p:cNvSpPr txBox="1"/>
          <p:nvPr/>
        </p:nvSpPr>
        <p:spPr>
          <a:xfrm>
            <a:off x="10095191" y="11168835"/>
            <a:ext cx="2090964" cy="2855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1050" dirty="0"/>
              <a:t>Telemetry / Config / Policy Access</a:t>
            </a:r>
            <a:endParaRPr lang="en-US" altLang="en-GB" sz="1200" dirty="0"/>
          </a:p>
        </p:txBody>
      </p:sp>
      <p:sp>
        <p:nvSpPr>
          <p:cNvPr id="63" name="Text Box 135"/>
          <p:cNvSpPr txBox="1"/>
          <p:nvPr/>
        </p:nvSpPr>
        <p:spPr>
          <a:xfrm>
            <a:off x="21941579" y="11162285"/>
            <a:ext cx="2724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050" i="1" dirty="0">
                <a:solidFill>
                  <a:srgbClr val="C00000"/>
                </a:solidFill>
              </a:rPr>
              <a:t>Execution Status/ Intermediate KPIs/ Agent </a:t>
            </a:r>
            <a:r>
              <a:rPr lang="en-US" altLang="zh-CN" sz="1050" i="1" dirty="0">
                <a:solidFill>
                  <a:srgbClr val="C00000"/>
                </a:solidFill>
              </a:rPr>
              <a:t>logs</a:t>
            </a:r>
            <a:endParaRPr lang="en-US" altLang="en-GB" sz="1050" i="1" dirty="0">
              <a:solidFill>
                <a:srgbClr val="C00000"/>
              </a:solidFill>
            </a:endParaRPr>
          </a:p>
        </p:txBody>
      </p:sp>
      <p:sp>
        <p:nvSpPr>
          <p:cNvPr id="484" name="Up Arrow 51"/>
          <p:cNvSpPr/>
          <p:nvPr/>
        </p:nvSpPr>
        <p:spPr>
          <a:xfrm flipH="1">
            <a:off x="23555621" y="8871283"/>
            <a:ext cx="332390" cy="520124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B2461-4291-6F4B-9220-2BFBEB392C79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rcRect t="32377" b="37283"/>
          <a:stretch>
            <a:fillRect/>
          </a:stretch>
        </p:blipFill>
        <p:spPr>
          <a:xfrm>
            <a:off x="7655719" y="18062164"/>
            <a:ext cx="20688300" cy="2092273"/>
          </a:xfrm>
          <a:prstGeom prst="rect">
            <a:avLst/>
          </a:prstGeom>
        </p:spPr>
      </p:pic>
      <p:sp>
        <p:nvSpPr>
          <p:cNvPr id="36" name="Up Arrow 490">
            <a:extLst>
              <a:ext uri="{FF2B5EF4-FFF2-40B4-BE49-F238E27FC236}">
                <a16:creationId xmlns:a16="http://schemas.microsoft.com/office/drawing/2014/main" id="{0ADA02F6-38CE-B2F1-1DB4-1B1F29E2A24F}"/>
              </a:ext>
            </a:extLst>
          </p:cNvPr>
          <p:cNvSpPr/>
          <p:nvPr/>
        </p:nvSpPr>
        <p:spPr>
          <a:xfrm>
            <a:off x="8342612" y="1720902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Up Arrow 490">
            <a:extLst>
              <a:ext uri="{FF2B5EF4-FFF2-40B4-BE49-F238E27FC236}">
                <a16:creationId xmlns:a16="http://schemas.microsoft.com/office/drawing/2014/main" id="{253EED1A-FDD2-CC99-CFCB-97039D4139B8}"/>
              </a:ext>
            </a:extLst>
          </p:cNvPr>
          <p:cNvSpPr/>
          <p:nvPr/>
        </p:nvSpPr>
        <p:spPr>
          <a:xfrm>
            <a:off x="15347071" y="1720902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Up Arrow 490">
            <a:extLst>
              <a:ext uri="{FF2B5EF4-FFF2-40B4-BE49-F238E27FC236}">
                <a16:creationId xmlns:a16="http://schemas.microsoft.com/office/drawing/2014/main" id="{3C2145BB-7516-AC7E-FDD6-B528840AECB7}"/>
              </a:ext>
            </a:extLst>
          </p:cNvPr>
          <p:cNvSpPr/>
          <p:nvPr/>
        </p:nvSpPr>
        <p:spPr>
          <a:xfrm>
            <a:off x="20378174" y="1720902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Up Arrow 490">
            <a:extLst>
              <a:ext uri="{FF2B5EF4-FFF2-40B4-BE49-F238E27FC236}">
                <a16:creationId xmlns:a16="http://schemas.microsoft.com/office/drawing/2014/main" id="{88A3EA5E-4359-388A-42B1-BCD32011BCB3}"/>
              </a:ext>
            </a:extLst>
          </p:cNvPr>
          <p:cNvSpPr/>
          <p:nvPr/>
        </p:nvSpPr>
        <p:spPr>
          <a:xfrm>
            <a:off x="27081360" y="17196659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A0700F6-A324-45F8-0AC5-BDA14EE82DD4}"/>
              </a:ext>
            </a:extLst>
          </p:cNvPr>
          <p:cNvSpPr/>
          <p:nvPr/>
        </p:nvSpPr>
        <p:spPr>
          <a:xfrm>
            <a:off x="7987249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31A432-6D5F-7856-0664-FB87804BDCFF}"/>
              </a:ext>
            </a:extLst>
          </p:cNvPr>
          <p:cNvSpPr txBox="1"/>
          <p:nvPr/>
        </p:nvSpPr>
        <p:spPr>
          <a:xfrm>
            <a:off x="8172492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Wireless Domain Database </a:t>
            </a:r>
            <a:r>
              <a:rPr lang="en-GB" sz="2800" b="1" dirty="0"/>
              <a:t>1</a:t>
            </a:r>
          </a:p>
        </p:txBody>
      </p:sp>
      <p:pic>
        <p:nvPicPr>
          <p:cNvPr id="51" name="Picture 2" descr="InfluxDB – Logos Download">
            <a:extLst>
              <a:ext uri="{FF2B5EF4-FFF2-40B4-BE49-F238E27FC236}">
                <a16:creationId xmlns:a16="http://schemas.microsoft.com/office/drawing/2014/main" id="{51CEC127-B6A1-E3B5-5306-CA55D8CA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988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0E65198-5036-764D-48AF-6AA75E4711D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08564" y="16134680"/>
            <a:ext cx="1657515" cy="760826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D2BC7A1-02D3-41B8-243E-E2513439EB9F}"/>
              </a:ext>
            </a:extLst>
          </p:cNvPr>
          <p:cNvSpPr/>
          <p:nvPr/>
        </p:nvSpPr>
        <p:spPr>
          <a:xfrm>
            <a:off x="24384219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26BF8D-4324-CA5C-1A55-82D42D812E7C}"/>
              </a:ext>
            </a:extLst>
          </p:cNvPr>
          <p:cNvSpPr txBox="1"/>
          <p:nvPr/>
        </p:nvSpPr>
        <p:spPr>
          <a:xfrm>
            <a:off x="24569462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Wireless Domain Database </a:t>
            </a:r>
            <a:r>
              <a:rPr lang="en-GB" sz="2800" b="1" dirty="0"/>
              <a:t>N</a:t>
            </a:r>
          </a:p>
        </p:txBody>
      </p:sp>
      <p:pic>
        <p:nvPicPr>
          <p:cNvPr id="55" name="Picture 2" descr="InfluxDB – Logos Download">
            <a:extLst>
              <a:ext uri="{FF2B5EF4-FFF2-40B4-BE49-F238E27FC236}">
                <a16:creationId xmlns:a16="http://schemas.microsoft.com/office/drawing/2014/main" id="{84EC531B-2447-6B39-F076-0FA5D5F5F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1958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8445060-C51C-C07B-3D33-3BB4845AF1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505534" y="16134680"/>
            <a:ext cx="1657515" cy="760826"/>
          </a:xfrm>
          <a:prstGeom prst="rect">
            <a:avLst/>
          </a:prstGeom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3AAF45D-E711-0D1E-3465-62E91B75A112}"/>
              </a:ext>
            </a:extLst>
          </p:cNvPr>
          <p:cNvSpPr/>
          <p:nvPr/>
        </p:nvSpPr>
        <p:spPr>
          <a:xfrm>
            <a:off x="13692073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6687DC-F46F-3DFA-19AA-DE17C02B3B03}"/>
              </a:ext>
            </a:extLst>
          </p:cNvPr>
          <p:cNvSpPr txBox="1"/>
          <p:nvPr/>
        </p:nvSpPr>
        <p:spPr>
          <a:xfrm>
            <a:off x="13877316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Optical Domain Database </a:t>
            </a:r>
            <a:r>
              <a:rPr lang="en-GB" sz="2800" b="1" dirty="0"/>
              <a:t>1</a:t>
            </a:r>
          </a:p>
        </p:txBody>
      </p:sp>
      <p:pic>
        <p:nvPicPr>
          <p:cNvPr id="59" name="Picture 2" descr="InfluxDB – Logos Download">
            <a:extLst>
              <a:ext uri="{FF2B5EF4-FFF2-40B4-BE49-F238E27FC236}">
                <a16:creationId xmlns:a16="http://schemas.microsoft.com/office/drawing/2014/main" id="{ACDF1257-46B1-11E0-DA14-47061785A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9812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00B1C3D-3703-F792-0361-7836A7B78C8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813388" y="16134680"/>
            <a:ext cx="1657515" cy="760826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F7AF3E3-88CE-30DB-69AE-97DA1CE93A83}"/>
              </a:ext>
            </a:extLst>
          </p:cNvPr>
          <p:cNvSpPr/>
          <p:nvPr/>
        </p:nvSpPr>
        <p:spPr>
          <a:xfrm>
            <a:off x="19085633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DEAF00-7B27-58A6-4A71-509530E7AF76}"/>
              </a:ext>
            </a:extLst>
          </p:cNvPr>
          <p:cNvSpPr txBox="1"/>
          <p:nvPr/>
        </p:nvSpPr>
        <p:spPr>
          <a:xfrm>
            <a:off x="19270876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Optical Domain Database </a:t>
            </a:r>
            <a:r>
              <a:rPr lang="en-GB" sz="2800" b="1" dirty="0"/>
              <a:t>M</a:t>
            </a:r>
          </a:p>
        </p:txBody>
      </p:sp>
      <p:pic>
        <p:nvPicPr>
          <p:cNvPr id="63" name="Picture 2" descr="InfluxDB – Logos Download">
            <a:extLst>
              <a:ext uri="{FF2B5EF4-FFF2-40B4-BE49-F238E27FC236}">
                <a16:creationId xmlns:a16="http://schemas.microsoft.com/office/drawing/2014/main" id="{6310457E-2855-6D73-36BC-DD657B69C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3372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5F3CE44-3ABA-A57C-1AAB-B5CF0F6A657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06948" y="16134680"/>
            <a:ext cx="1657515" cy="760826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458A3EE7-AA12-B797-8442-862239C26CED}"/>
              </a:ext>
            </a:extLst>
          </p:cNvPr>
          <p:cNvSpPr txBox="1"/>
          <p:nvPr/>
        </p:nvSpPr>
        <p:spPr>
          <a:xfrm>
            <a:off x="12137900" y="15556020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EECC9F-97ED-058B-2443-33BB815C5B91}"/>
              </a:ext>
            </a:extLst>
          </p:cNvPr>
          <p:cNvSpPr txBox="1"/>
          <p:nvPr/>
        </p:nvSpPr>
        <p:spPr>
          <a:xfrm>
            <a:off x="17734580" y="15604430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EC83F02-4BE1-C1B1-1A36-BC65E0B1BCEA}"/>
              </a:ext>
            </a:extLst>
          </p:cNvPr>
          <p:cNvSpPr txBox="1"/>
          <p:nvPr/>
        </p:nvSpPr>
        <p:spPr>
          <a:xfrm>
            <a:off x="23137046" y="15556019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82" name="TextBox 20">
            <a:extLst>
              <a:ext uri="{FF2B5EF4-FFF2-40B4-BE49-F238E27FC236}">
                <a16:creationId xmlns:a16="http://schemas.microsoft.com/office/drawing/2014/main" id="{6CDB9095-9C34-EA49-6D84-7DF1BA6AE7D3}"/>
              </a:ext>
            </a:extLst>
          </p:cNvPr>
          <p:cNvSpPr txBox="1"/>
          <p:nvPr/>
        </p:nvSpPr>
        <p:spPr>
          <a:xfrm>
            <a:off x="12125403" y="11685583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ounded Rectangle 130">
            <a:extLst>
              <a:ext uri="{FF2B5EF4-FFF2-40B4-BE49-F238E27FC236}">
                <a16:creationId xmlns:a16="http://schemas.microsoft.com/office/drawing/2014/main" id="{A3D6CFCC-13A6-9620-22EA-3E84DA2C9C98}"/>
              </a:ext>
            </a:extLst>
          </p:cNvPr>
          <p:cNvSpPr/>
          <p:nvPr/>
        </p:nvSpPr>
        <p:spPr>
          <a:xfrm>
            <a:off x="7987249" y="13336985"/>
            <a:ext cx="20298034" cy="1015663"/>
          </a:xfrm>
          <a:prstGeom prst="roundRect">
            <a:avLst/>
          </a:prstGeom>
          <a:solidFill>
            <a:schemeClr val="accent5">
              <a:lumMod val="75000"/>
              <a:alpha val="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0B5DC41-DA8F-08FD-AFFB-F813C8676CEC}"/>
              </a:ext>
            </a:extLst>
          </p:cNvPr>
          <p:cNvSpPr txBox="1"/>
          <p:nvPr/>
        </p:nvSpPr>
        <p:spPr>
          <a:xfrm>
            <a:off x="15894236" y="13601624"/>
            <a:ext cx="6730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/>
              </a:rPr>
              <a:t>Centralized Cross-Domain Data Repository </a:t>
            </a:r>
          </a:p>
        </p:txBody>
      </p:sp>
      <p:pic>
        <p:nvPicPr>
          <p:cNvPr id="95" name="Picture 94" descr="InfluxDB – Logos Download">
            <a:extLst>
              <a:ext uri="{FF2B5EF4-FFF2-40B4-BE49-F238E27FC236}">
                <a16:creationId xmlns:a16="http://schemas.microsoft.com/office/drawing/2014/main" id="{3770B896-63DF-412F-5D2E-79659951EEA2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786" y="13644471"/>
            <a:ext cx="2191339" cy="50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95" descr="cloud_database">
            <a:extLst>
              <a:ext uri="{FF2B5EF4-FFF2-40B4-BE49-F238E27FC236}">
                <a16:creationId xmlns:a16="http://schemas.microsoft.com/office/drawing/2014/main" id="{B6DD5AD6-2F30-E676-4D6B-2A0939875145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 flipH="1">
            <a:off x="15076686" y="13484493"/>
            <a:ext cx="728214" cy="757482"/>
          </a:xfrm>
          <a:prstGeom prst="rect">
            <a:avLst/>
          </a:prstGeom>
        </p:spPr>
      </p:pic>
      <p:sp>
        <p:nvSpPr>
          <p:cNvPr id="2" name="Up Arrow 490">
            <a:extLst>
              <a:ext uri="{FF2B5EF4-FFF2-40B4-BE49-F238E27FC236}">
                <a16:creationId xmlns:a16="http://schemas.microsoft.com/office/drawing/2014/main" id="{431A5F94-B2AB-23BC-8D5C-D45C5B4A11A1}"/>
              </a:ext>
            </a:extLst>
          </p:cNvPr>
          <p:cNvSpPr/>
          <p:nvPr/>
        </p:nvSpPr>
        <p:spPr>
          <a:xfrm>
            <a:off x="8603265" y="14445390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Up Arrow 490">
            <a:extLst>
              <a:ext uri="{FF2B5EF4-FFF2-40B4-BE49-F238E27FC236}">
                <a16:creationId xmlns:a16="http://schemas.microsoft.com/office/drawing/2014/main" id="{40417410-AA56-8EA3-BA51-B8BCC533E215}"/>
              </a:ext>
            </a:extLst>
          </p:cNvPr>
          <p:cNvSpPr/>
          <p:nvPr/>
        </p:nvSpPr>
        <p:spPr>
          <a:xfrm>
            <a:off x="27362915" y="14445390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A82BA-1BC1-8E18-C661-1CD4149B4F18}"/>
              </a:ext>
            </a:extLst>
          </p:cNvPr>
          <p:cNvSpPr txBox="1"/>
          <p:nvPr/>
        </p:nvSpPr>
        <p:spPr>
          <a:xfrm>
            <a:off x="10681776" y="13601624"/>
            <a:ext cx="3391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Time-series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F32D8-801C-B21B-566E-0D815AC4724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504956" y="13506577"/>
            <a:ext cx="1657515" cy="760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F79052-66F5-AFE0-8894-4E83927513CB}"/>
              </a:ext>
            </a:extLst>
          </p:cNvPr>
          <p:cNvSpPr txBox="1"/>
          <p:nvPr/>
        </p:nvSpPr>
        <p:spPr>
          <a:xfrm>
            <a:off x="25196488" y="13583601"/>
            <a:ext cx="3391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/>
              </a:rPr>
              <a:t>elational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Database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975895-1980-3F5B-B08C-6F421BC9AC5E}"/>
              </a:ext>
            </a:extLst>
          </p:cNvPr>
          <p:cNvCxnSpPr/>
          <p:nvPr/>
        </p:nvCxnSpPr>
        <p:spPr>
          <a:xfrm>
            <a:off x="14030911" y="13886990"/>
            <a:ext cx="93421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3B6A3F-D440-CB5E-6F53-8FFD40B5303F}"/>
              </a:ext>
            </a:extLst>
          </p:cNvPr>
          <p:cNvCxnSpPr/>
          <p:nvPr/>
        </p:nvCxnSpPr>
        <p:spPr>
          <a:xfrm>
            <a:off x="22386741" y="13832004"/>
            <a:ext cx="93421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kafka">
            <a:extLst>
              <a:ext uri="{FF2B5EF4-FFF2-40B4-BE49-F238E27FC236}">
                <a16:creationId xmlns:a16="http://schemas.microsoft.com/office/drawing/2014/main" id="{E443F761-5E25-1601-A611-2A90B3F92A7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836356" y="14503484"/>
            <a:ext cx="1703765" cy="659121"/>
          </a:xfrm>
          <a:prstGeom prst="rect">
            <a:avLst/>
          </a:prstGeom>
        </p:spPr>
      </p:pic>
      <p:sp>
        <p:nvSpPr>
          <p:cNvPr id="13" name="TextBox 58">
            <a:extLst>
              <a:ext uri="{FF2B5EF4-FFF2-40B4-BE49-F238E27FC236}">
                <a16:creationId xmlns:a16="http://schemas.microsoft.com/office/drawing/2014/main" id="{6B4EFF3A-234D-E133-2D90-3C5C3440EA1A}"/>
              </a:ext>
            </a:extLst>
          </p:cNvPr>
          <p:cNvSpPr txBox="1"/>
          <p:nvPr/>
        </p:nvSpPr>
        <p:spPr>
          <a:xfrm>
            <a:off x="14965122" y="14541700"/>
            <a:ext cx="6011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14" name="Up Arrow 490">
            <a:extLst>
              <a:ext uri="{FF2B5EF4-FFF2-40B4-BE49-F238E27FC236}">
                <a16:creationId xmlns:a16="http://schemas.microsoft.com/office/drawing/2014/main" id="{FD1CD080-35A4-0168-CDF6-3DFD4177E1BD}"/>
              </a:ext>
            </a:extLst>
          </p:cNvPr>
          <p:cNvSpPr/>
          <p:nvPr/>
        </p:nvSpPr>
        <p:spPr>
          <a:xfrm>
            <a:off x="13827709" y="14445390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Up Arrow 490">
            <a:extLst>
              <a:ext uri="{FF2B5EF4-FFF2-40B4-BE49-F238E27FC236}">
                <a16:creationId xmlns:a16="http://schemas.microsoft.com/office/drawing/2014/main" id="{31FDE766-A975-D4F5-D914-A1514A1ECC3E}"/>
              </a:ext>
            </a:extLst>
          </p:cNvPr>
          <p:cNvSpPr/>
          <p:nvPr/>
        </p:nvSpPr>
        <p:spPr>
          <a:xfrm>
            <a:off x="22075572" y="1442469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B7209D2-E6AF-9620-45F3-6073BB569486}"/>
              </a:ext>
            </a:extLst>
          </p:cNvPr>
          <p:cNvSpPr/>
          <p:nvPr/>
        </p:nvSpPr>
        <p:spPr>
          <a:xfrm>
            <a:off x="8041186" y="9785378"/>
            <a:ext cx="4464175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16CBF4-5FD8-3B97-3162-1578B367BC17}"/>
              </a:ext>
            </a:extLst>
          </p:cNvPr>
          <p:cNvSpPr txBox="1"/>
          <p:nvPr/>
        </p:nvSpPr>
        <p:spPr>
          <a:xfrm>
            <a:off x="8505268" y="9881629"/>
            <a:ext cx="2302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D</a:t>
            </a:r>
            <a:r>
              <a:rPr lang="en-US" altLang="zh-CN" sz="2800" b="1" dirty="0" err="1"/>
              <a:t>igital</a:t>
            </a:r>
            <a:r>
              <a:rPr lang="en-US" altLang="zh-CN" sz="2800" b="1" dirty="0"/>
              <a:t> Twins</a:t>
            </a:r>
            <a:endParaRPr lang="en-GB" sz="2800" b="1" dirty="0"/>
          </a:p>
        </p:txBody>
      </p:sp>
      <p:pic>
        <p:nvPicPr>
          <p:cNvPr id="22" name="Picture 8" descr="Digital Twin - Industrial IoT Use Case Profile | IoT ONE Digital  Transformation Advisors">
            <a:extLst>
              <a:ext uri="{FF2B5EF4-FFF2-40B4-BE49-F238E27FC236}">
                <a16:creationId xmlns:a16="http://schemas.microsoft.com/office/drawing/2014/main" id="{A51E95B3-A4D0-3CE9-F82A-5AB20CF3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719" y="9864931"/>
            <a:ext cx="1349887" cy="59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104">
            <a:extLst>
              <a:ext uri="{FF2B5EF4-FFF2-40B4-BE49-F238E27FC236}">
                <a16:creationId xmlns:a16="http://schemas.microsoft.com/office/drawing/2014/main" id="{E2D8804A-869A-DB41-7916-2ECE8F151B06}"/>
              </a:ext>
            </a:extLst>
          </p:cNvPr>
          <p:cNvSpPr/>
          <p:nvPr/>
        </p:nvSpPr>
        <p:spPr>
          <a:xfrm>
            <a:off x="8226429" y="10521899"/>
            <a:ext cx="3965408" cy="43788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ounded Rectangle 102">
            <a:extLst>
              <a:ext uri="{FF2B5EF4-FFF2-40B4-BE49-F238E27FC236}">
                <a16:creationId xmlns:a16="http://schemas.microsoft.com/office/drawing/2014/main" id="{0E98D04D-AB25-87B9-BA9D-3674FFF4B060}"/>
              </a:ext>
            </a:extLst>
          </p:cNvPr>
          <p:cNvSpPr/>
          <p:nvPr/>
        </p:nvSpPr>
        <p:spPr>
          <a:xfrm>
            <a:off x="8249532" y="11060412"/>
            <a:ext cx="3965407" cy="5157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FB87A4-EDB5-6D4B-3FEC-F0A7E0443F75}"/>
              </a:ext>
            </a:extLst>
          </p:cNvPr>
          <p:cNvSpPr txBox="1"/>
          <p:nvPr/>
        </p:nvSpPr>
        <p:spPr>
          <a:xfrm>
            <a:off x="9181515" y="10537169"/>
            <a:ext cx="1836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Physical Models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4E56AC-DE79-F464-A8FE-A9D6AB1E059D}"/>
              </a:ext>
            </a:extLst>
          </p:cNvPr>
          <p:cNvSpPr txBox="1"/>
          <p:nvPr/>
        </p:nvSpPr>
        <p:spPr>
          <a:xfrm>
            <a:off x="8959659" y="11141883"/>
            <a:ext cx="2792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Data-Driven ML Models</a:t>
            </a:r>
          </a:p>
        </p:txBody>
      </p:sp>
      <p:sp>
        <p:nvSpPr>
          <p:cNvPr id="27" name="Rounded Rectangle 102">
            <a:extLst>
              <a:ext uri="{FF2B5EF4-FFF2-40B4-BE49-F238E27FC236}">
                <a16:creationId xmlns:a16="http://schemas.microsoft.com/office/drawing/2014/main" id="{CE486FC4-C266-0251-85BE-9D6DD90A03D3}"/>
              </a:ext>
            </a:extLst>
          </p:cNvPr>
          <p:cNvSpPr/>
          <p:nvPr/>
        </p:nvSpPr>
        <p:spPr>
          <a:xfrm>
            <a:off x="8249532" y="11670559"/>
            <a:ext cx="3965407" cy="5157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DCBC1-29E8-337B-A315-223811012590}"/>
              </a:ext>
            </a:extLst>
          </p:cNvPr>
          <p:cNvSpPr txBox="1"/>
          <p:nvPr/>
        </p:nvSpPr>
        <p:spPr>
          <a:xfrm>
            <a:off x="9103966" y="11774460"/>
            <a:ext cx="2792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</a:rPr>
              <a:t>Analytica</a:t>
            </a:r>
            <a:r>
              <a:rPr lang="en-US" altLang="zh-CN" sz="2000" dirty="0">
                <a:solidFill>
                  <a:prstClr val="black"/>
                </a:solidFill>
              </a:rPr>
              <a:t>l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Models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BDB53EB-8EEA-5F40-AD75-15EE50286544}"/>
              </a:ext>
            </a:extLst>
          </p:cNvPr>
          <p:cNvSpPr/>
          <p:nvPr/>
        </p:nvSpPr>
        <p:spPr>
          <a:xfrm>
            <a:off x="12870824" y="9792499"/>
            <a:ext cx="4464175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FCD55-155A-C375-EEE7-5B5825F7BC14}"/>
              </a:ext>
            </a:extLst>
          </p:cNvPr>
          <p:cNvSpPr txBox="1"/>
          <p:nvPr/>
        </p:nvSpPr>
        <p:spPr>
          <a:xfrm>
            <a:off x="13895731" y="9850751"/>
            <a:ext cx="2302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AI Engines</a:t>
            </a:r>
          </a:p>
        </p:txBody>
      </p:sp>
      <p:sp>
        <p:nvSpPr>
          <p:cNvPr id="34" name="Rounded Rectangle 104">
            <a:extLst>
              <a:ext uri="{FF2B5EF4-FFF2-40B4-BE49-F238E27FC236}">
                <a16:creationId xmlns:a16="http://schemas.microsoft.com/office/drawing/2014/main" id="{F338E873-C302-4A40-F8EB-24BA55EFD6BB}"/>
              </a:ext>
            </a:extLst>
          </p:cNvPr>
          <p:cNvSpPr/>
          <p:nvPr/>
        </p:nvSpPr>
        <p:spPr>
          <a:xfrm>
            <a:off x="13056067" y="10529020"/>
            <a:ext cx="3965408" cy="43788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ounded Rectangle 102">
            <a:extLst>
              <a:ext uri="{FF2B5EF4-FFF2-40B4-BE49-F238E27FC236}">
                <a16:creationId xmlns:a16="http://schemas.microsoft.com/office/drawing/2014/main" id="{64934C38-A854-B77A-5273-4437A1AA8546}"/>
              </a:ext>
            </a:extLst>
          </p:cNvPr>
          <p:cNvSpPr/>
          <p:nvPr/>
        </p:nvSpPr>
        <p:spPr>
          <a:xfrm>
            <a:off x="13079170" y="11067533"/>
            <a:ext cx="3965407" cy="5157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67AA5F-821C-8AF3-E10F-3BD82D9244C6}"/>
              </a:ext>
            </a:extLst>
          </p:cNvPr>
          <p:cNvSpPr txBox="1"/>
          <p:nvPr/>
        </p:nvSpPr>
        <p:spPr>
          <a:xfrm>
            <a:off x="13791934" y="10564254"/>
            <a:ext cx="25709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Traditional ML Models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89A8C6-4BDF-A0D0-5F2F-AD8B99E0C814}"/>
              </a:ext>
            </a:extLst>
          </p:cNvPr>
          <p:cNvSpPr txBox="1"/>
          <p:nvPr/>
        </p:nvSpPr>
        <p:spPr>
          <a:xfrm>
            <a:off x="13789297" y="11149004"/>
            <a:ext cx="2792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Deep Learning Models</a:t>
            </a:r>
          </a:p>
        </p:txBody>
      </p:sp>
      <p:sp>
        <p:nvSpPr>
          <p:cNvPr id="45" name="Rounded Rectangle 102">
            <a:extLst>
              <a:ext uri="{FF2B5EF4-FFF2-40B4-BE49-F238E27FC236}">
                <a16:creationId xmlns:a16="http://schemas.microsoft.com/office/drawing/2014/main" id="{9DC8BCF5-9014-80EB-ECD5-0348D5407FAB}"/>
              </a:ext>
            </a:extLst>
          </p:cNvPr>
          <p:cNvSpPr/>
          <p:nvPr/>
        </p:nvSpPr>
        <p:spPr>
          <a:xfrm>
            <a:off x="13079170" y="11677680"/>
            <a:ext cx="3965407" cy="5157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0CA996-0D7B-3D4A-6134-CEE5CB69C343}"/>
              </a:ext>
            </a:extLst>
          </p:cNvPr>
          <p:cNvSpPr txBox="1"/>
          <p:nvPr/>
        </p:nvSpPr>
        <p:spPr>
          <a:xfrm>
            <a:off x="13608972" y="11743517"/>
            <a:ext cx="2987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</a:rPr>
              <a:t>Decision &amp; Optimization AI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43E4A69-2275-8958-D9AF-1451D92F63BC}"/>
              </a:ext>
            </a:extLst>
          </p:cNvPr>
          <p:cNvSpPr/>
          <p:nvPr/>
        </p:nvSpPr>
        <p:spPr>
          <a:xfrm>
            <a:off x="23666253" y="9818049"/>
            <a:ext cx="4464175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73B5D4-A0B4-3D1D-6241-5727EAFB1AA2}"/>
              </a:ext>
            </a:extLst>
          </p:cNvPr>
          <p:cNvSpPr txBox="1"/>
          <p:nvPr/>
        </p:nvSpPr>
        <p:spPr>
          <a:xfrm>
            <a:off x="23817448" y="9895351"/>
            <a:ext cx="3455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Network Controllers</a:t>
            </a:r>
          </a:p>
        </p:txBody>
      </p:sp>
      <p:pic>
        <p:nvPicPr>
          <p:cNvPr id="77" name="Content Placeholder 43" descr="Icons_card_AI">
            <a:extLst>
              <a:ext uri="{FF2B5EF4-FFF2-40B4-BE49-F238E27FC236}">
                <a16:creationId xmlns:a16="http://schemas.microsoft.com/office/drawing/2014/main" id="{4CAC7637-D5EF-D2A9-118D-67552131E70C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DFE0E0"/>
              </a:clrFrom>
              <a:clrTo>
                <a:srgbClr val="DFE0E0">
                  <a:alpha val="0"/>
                </a:srgbClr>
              </a:clrTo>
            </a:clrChange>
            <a:biLevel thresh="75000"/>
          </a:blip>
          <a:srcRect l="31745" t="20627" r="32042" b="24564"/>
          <a:stretch>
            <a:fillRect/>
          </a:stretch>
        </p:blipFill>
        <p:spPr>
          <a:xfrm>
            <a:off x="15940158" y="9837888"/>
            <a:ext cx="585502" cy="59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Picture 77" descr="SDN">
            <a:extLst>
              <a:ext uri="{FF2B5EF4-FFF2-40B4-BE49-F238E27FC236}">
                <a16:creationId xmlns:a16="http://schemas.microsoft.com/office/drawing/2014/main" id="{B6B00991-97A7-2105-64B9-72DD6951A116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502" t="11753" r="14560" b="49993"/>
          <a:stretch>
            <a:fillRect/>
          </a:stretch>
        </p:blipFill>
        <p:spPr>
          <a:xfrm>
            <a:off x="26968490" y="9903307"/>
            <a:ext cx="789146" cy="575221"/>
          </a:xfrm>
          <a:prstGeom prst="rect">
            <a:avLst/>
          </a:prstGeom>
        </p:spPr>
      </p:pic>
      <p:sp>
        <p:nvSpPr>
          <p:cNvPr id="81" name="Rounded Rectangle 104">
            <a:extLst>
              <a:ext uri="{FF2B5EF4-FFF2-40B4-BE49-F238E27FC236}">
                <a16:creationId xmlns:a16="http://schemas.microsoft.com/office/drawing/2014/main" id="{A8EEE4C6-3F70-FE25-89C7-5AD1F486A2CB}"/>
              </a:ext>
            </a:extLst>
          </p:cNvPr>
          <p:cNvSpPr/>
          <p:nvPr/>
        </p:nvSpPr>
        <p:spPr>
          <a:xfrm>
            <a:off x="23927714" y="10512166"/>
            <a:ext cx="3965408" cy="43788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3" name="Rounded Rectangle 102">
            <a:extLst>
              <a:ext uri="{FF2B5EF4-FFF2-40B4-BE49-F238E27FC236}">
                <a16:creationId xmlns:a16="http://schemas.microsoft.com/office/drawing/2014/main" id="{BD0FD64C-8395-D2A5-B727-C16F2B6F3D17}"/>
              </a:ext>
            </a:extLst>
          </p:cNvPr>
          <p:cNvSpPr/>
          <p:nvPr/>
        </p:nvSpPr>
        <p:spPr>
          <a:xfrm>
            <a:off x="23950817" y="11050679"/>
            <a:ext cx="3965407" cy="5157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AC2F9A-123F-EBA3-8D1C-0420B039B0CD}"/>
              </a:ext>
            </a:extLst>
          </p:cNvPr>
          <p:cNvSpPr txBox="1"/>
          <p:nvPr/>
        </p:nvSpPr>
        <p:spPr>
          <a:xfrm>
            <a:off x="24103217" y="10547400"/>
            <a:ext cx="38044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/>
              <a:t>Path Computation &amp; Provisioning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9604AF-8040-C219-D39D-A8371D111FB8}"/>
              </a:ext>
            </a:extLst>
          </p:cNvPr>
          <p:cNvSpPr txBox="1"/>
          <p:nvPr/>
        </p:nvSpPr>
        <p:spPr>
          <a:xfrm>
            <a:off x="24392450" y="11131113"/>
            <a:ext cx="3317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Cross-Domain Orchestration</a:t>
            </a:r>
          </a:p>
        </p:txBody>
      </p:sp>
      <p:sp>
        <p:nvSpPr>
          <p:cNvPr id="86" name="Rounded Rectangle 102">
            <a:extLst>
              <a:ext uri="{FF2B5EF4-FFF2-40B4-BE49-F238E27FC236}">
                <a16:creationId xmlns:a16="http://schemas.microsoft.com/office/drawing/2014/main" id="{2459840B-3D05-B2FD-1D8F-EE9D1AAC5AF0}"/>
              </a:ext>
            </a:extLst>
          </p:cNvPr>
          <p:cNvSpPr/>
          <p:nvPr/>
        </p:nvSpPr>
        <p:spPr>
          <a:xfrm>
            <a:off x="23950817" y="11660826"/>
            <a:ext cx="3965407" cy="5157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537DD2-2E08-3C89-DB4B-04C8EEFE0D82}"/>
              </a:ext>
            </a:extLst>
          </p:cNvPr>
          <p:cNvSpPr txBox="1"/>
          <p:nvPr/>
        </p:nvSpPr>
        <p:spPr>
          <a:xfrm>
            <a:off x="24100471" y="11726663"/>
            <a:ext cx="3669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</a:rPr>
              <a:t>Policy-based Closed-loop Control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TextBox 58">
            <a:extLst>
              <a:ext uri="{FF2B5EF4-FFF2-40B4-BE49-F238E27FC236}">
                <a16:creationId xmlns:a16="http://schemas.microsoft.com/office/drawing/2014/main" id="{C16641AD-7374-5376-DFC4-D61FFB4A879D}"/>
              </a:ext>
            </a:extLst>
          </p:cNvPr>
          <p:cNvSpPr txBox="1"/>
          <p:nvPr/>
        </p:nvSpPr>
        <p:spPr>
          <a:xfrm>
            <a:off x="9918213" y="17382163"/>
            <a:ext cx="4699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Network Configuration Info</a:t>
            </a:r>
          </a:p>
        </p:txBody>
      </p:sp>
      <p:sp>
        <p:nvSpPr>
          <p:cNvPr id="104" name="TextBox 58">
            <a:extLst>
              <a:ext uri="{FF2B5EF4-FFF2-40B4-BE49-F238E27FC236}">
                <a16:creationId xmlns:a16="http://schemas.microsoft.com/office/drawing/2014/main" id="{45D55D62-0E61-7BD1-B70B-FB069EA5DC17}"/>
              </a:ext>
            </a:extLst>
          </p:cNvPr>
          <p:cNvSpPr txBox="1"/>
          <p:nvPr/>
        </p:nvSpPr>
        <p:spPr>
          <a:xfrm>
            <a:off x="16545799" y="17422545"/>
            <a:ext cx="3504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Telemetry Protocols</a:t>
            </a:r>
          </a:p>
        </p:txBody>
      </p:sp>
      <p:sp>
        <p:nvSpPr>
          <p:cNvPr id="105" name="TextBox 58">
            <a:extLst>
              <a:ext uri="{FF2B5EF4-FFF2-40B4-BE49-F238E27FC236}">
                <a16:creationId xmlns:a16="http://schemas.microsoft.com/office/drawing/2014/main" id="{710BE9D0-2002-A140-0D1F-8ADC0FE3012B}"/>
              </a:ext>
            </a:extLst>
          </p:cNvPr>
          <p:cNvSpPr txBox="1"/>
          <p:nvPr/>
        </p:nvSpPr>
        <p:spPr>
          <a:xfrm>
            <a:off x="21421463" y="17349890"/>
            <a:ext cx="5332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Performance Monitoring | Sensing</a:t>
            </a:r>
          </a:p>
        </p:txBody>
      </p:sp>
      <p:sp>
        <p:nvSpPr>
          <p:cNvPr id="110" name="Arrow: Bent-Up 109">
            <a:extLst>
              <a:ext uri="{FF2B5EF4-FFF2-40B4-BE49-F238E27FC236}">
                <a16:creationId xmlns:a16="http://schemas.microsoft.com/office/drawing/2014/main" id="{63C1463E-67FD-F83B-72FB-5B94714167CF}"/>
              </a:ext>
            </a:extLst>
          </p:cNvPr>
          <p:cNvSpPr/>
          <p:nvPr/>
        </p:nvSpPr>
        <p:spPr>
          <a:xfrm rot="16200000" flipH="1">
            <a:off x="24586264" y="14735638"/>
            <a:ext cx="8472939" cy="1454395"/>
          </a:xfrm>
          <a:prstGeom prst="bentUpArrow">
            <a:avLst>
              <a:gd name="adj1" fmla="val 25000"/>
              <a:gd name="adj2" fmla="val 27078"/>
              <a:gd name="adj3" fmla="val 2500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62BAE09-4EA4-9E3B-78A5-0D05FD2EDE98}"/>
              </a:ext>
            </a:extLst>
          </p:cNvPr>
          <p:cNvSpPr/>
          <p:nvPr/>
        </p:nvSpPr>
        <p:spPr>
          <a:xfrm>
            <a:off x="17940430" y="9792499"/>
            <a:ext cx="4856521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0344364-374C-CC56-5CB7-CEFA4AE6B7AD}"/>
              </a:ext>
            </a:extLst>
          </p:cNvPr>
          <p:cNvSpPr txBox="1"/>
          <p:nvPr/>
        </p:nvSpPr>
        <p:spPr>
          <a:xfrm>
            <a:off x="19196223" y="9881629"/>
            <a:ext cx="2302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Orchestrator</a:t>
            </a:r>
          </a:p>
        </p:txBody>
      </p:sp>
      <p:sp>
        <p:nvSpPr>
          <p:cNvPr id="117" name="Text Box 8">
            <a:extLst>
              <a:ext uri="{FF2B5EF4-FFF2-40B4-BE49-F238E27FC236}">
                <a16:creationId xmlns:a16="http://schemas.microsoft.com/office/drawing/2014/main" id="{06B66A1C-EBA4-8890-3EF8-5FD199EC6BE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094041" y="10360672"/>
            <a:ext cx="3883523" cy="17544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2000" dirty="0"/>
              <a:t>1. Task Graph construction</a:t>
            </a:r>
          </a:p>
          <a:p>
            <a:r>
              <a:rPr lang="en-US" altLang="en-GB" sz="2000" dirty="0"/>
              <a:t>2. </a:t>
            </a:r>
            <a:r>
              <a:rPr lang="en-GB" altLang="en-US" sz="2000" dirty="0"/>
              <a:t>KPI catalogue</a:t>
            </a:r>
            <a:r>
              <a:rPr lang="en-US" altLang="en-GB" sz="2000" dirty="0"/>
              <a:t>s</a:t>
            </a:r>
            <a:endParaRPr lang="en-GB" altLang="en-US" sz="2000" dirty="0"/>
          </a:p>
          <a:p>
            <a:r>
              <a:rPr lang="en-GB" altLang="en-US" sz="2000" dirty="0"/>
              <a:t>3. Optimisation Strategies</a:t>
            </a:r>
          </a:p>
          <a:p>
            <a:r>
              <a:rPr lang="en-US" altLang="en-GB" sz="2000" dirty="0"/>
              <a:t>4. Agent coordination</a:t>
            </a:r>
            <a:endParaRPr lang="en-GB" altLang="en-US" sz="2000" dirty="0"/>
          </a:p>
          <a:p>
            <a:r>
              <a:rPr lang="en-GB" sz="2000" dirty="0"/>
              <a:t>5. State tracking</a:t>
            </a:r>
          </a:p>
        </p:txBody>
      </p:sp>
      <p:pic>
        <p:nvPicPr>
          <p:cNvPr id="118" name="Content Placeholder 18" descr="orchestrator">
            <a:extLst>
              <a:ext uri="{FF2B5EF4-FFF2-40B4-BE49-F238E27FC236}">
                <a16:creationId xmlns:a16="http://schemas.microsoft.com/office/drawing/2014/main" id="{1ED4E234-1639-51A3-E889-2AF39CBE4143}"/>
              </a:ext>
            </a:extLst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770" r="21973"/>
          <a:stretch>
            <a:fillRect/>
          </a:stretch>
        </p:blipFill>
        <p:spPr bwMode="auto">
          <a:xfrm>
            <a:off x="20796409" y="10779920"/>
            <a:ext cx="1930516" cy="130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CE0D4EF4-E39D-CC09-04FD-49D747019A91}"/>
              </a:ext>
            </a:extLst>
          </p:cNvPr>
          <p:cNvSpPr txBox="1"/>
          <p:nvPr/>
        </p:nvSpPr>
        <p:spPr>
          <a:xfrm>
            <a:off x="18433341" y="11519020"/>
            <a:ext cx="1304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……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F0C1EDD-404F-4744-37A1-93B4F9C0C600}"/>
              </a:ext>
            </a:extLst>
          </p:cNvPr>
          <p:cNvSpPr txBox="1"/>
          <p:nvPr/>
        </p:nvSpPr>
        <p:spPr>
          <a:xfrm>
            <a:off x="9480303" y="14209965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2E3204E-6A44-276E-C4B1-4C84A699A947}"/>
              </a:ext>
            </a:extLst>
          </p:cNvPr>
          <p:cNvSpPr txBox="1"/>
          <p:nvPr/>
        </p:nvSpPr>
        <p:spPr>
          <a:xfrm>
            <a:off x="23105808" y="14299890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75" name="Up Arrow 490">
            <a:extLst>
              <a:ext uri="{FF2B5EF4-FFF2-40B4-BE49-F238E27FC236}">
                <a16:creationId xmlns:a16="http://schemas.microsoft.com/office/drawing/2014/main" id="{8265AB26-943E-1FC5-6A14-EFB5A0E679D6}"/>
              </a:ext>
            </a:extLst>
          </p:cNvPr>
          <p:cNvSpPr/>
          <p:nvPr/>
        </p:nvSpPr>
        <p:spPr>
          <a:xfrm>
            <a:off x="11215487" y="14466721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6" name="Up Arrow 490">
            <a:extLst>
              <a:ext uri="{FF2B5EF4-FFF2-40B4-BE49-F238E27FC236}">
                <a16:creationId xmlns:a16="http://schemas.microsoft.com/office/drawing/2014/main" id="{8226994D-0F12-1354-AD6D-EAB5FED75F0D}"/>
              </a:ext>
            </a:extLst>
          </p:cNvPr>
          <p:cNvSpPr/>
          <p:nvPr/>
        </p:nvSpPr>
        <p:spPr>
          <a:xfrm>
            <a:off x="24832465" y="14452984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3F2394B-E196-EBCA-186C-2257F53B13A7}"/>
              </a:ext>
            </a:extLst>
          </p:cNvPr>
          <p:cNvSpPr txBox="1"/>
          <p:nvPr/>
        </p:nvSpPr>
        <p:spPr>
          <a:xfrm>
            <a:off x="12163901" y="14200146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91B1501-D2F5-9387-2C95-7C88062C3C54}"/>
              </a:ext>
            </a:extLst>
          </p:cNvPr>
          <p:cNvSpPr txBox="1"/>
          <p:nvPr/>
        </p:nvSpPr>
        <p:spPr>
          <a:xfrm>
            <a:off x="25723211" y="14242502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575934F0-9568-C2E3-32DF-589BB4AEC889}"/>
              </a:ext>
            </a:extLst>
          </p:cNvPr>
          <p:cNvSpPr/>
          <p:nvPr/>
        </p:nvSpPr>
        <p:spPr>
          <a:xfrm>
            <a:off x="7876476" y="9628019"/>
            <a:ext cx="9716662" cy="2978287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Up Arrow 490">
            <a:extLst>
              <a:ext uri="{FF2B5EF4-FFF2-40B4-BE49-F238E27FC236}">
                <a16:creationId xmlns:a16="http://schemas.microsoft.com/office/drawing/2014/main" id="{9569DC07-0090-52BF-BFFE-2B3D43E3D2E0}"/>
              </a:ext>
            </a:extLst>
          </p:cNvPr>
          <p:cNvSpPr/>
          <p:nvPr/>
        </p:nvSpPr>
        <p:spPr>
          <a:xfrm>
            <a:off x="9480303" y="12442593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9" name="Up Arrow 490">
            <a:extLst>
              <a:ext uri="{FF2B5EF4-FFF2-40B4-BE49-F238E27FC236}">
                <a16:creationId xmlns:a16="http://schemas.microsoft.com/office/drawing/2014/main" id="{562002F8-1D9F-52B7-03E8-73F86A46B683}"/>
              </a:ext>
            </a:extLst>
          </p:cNvPr>
          <p:cNvSpPr/>
          <p:nvPr/>
        </p:nvSpPr>
        <p:spPr>
          <a:xfrm rot="10800000">
            <a:off x="10432281" y="12463525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" name="Up Arrow 490">
            <a:extLst>
              <a:ext uri="{FF2B5EF4-FFF2-40B4-BE49-F238E27FC236}">
                <a16:creationId xmlns:a16="http://schemas.microsoft.com/office/drawing/2014/main" id="{2726146C-0752-0E41-4EB5-A12322735D8C}"/>
              </a:ext>
            </a:extLst>
          </p:cNvPr>
          <p:cNvSpPr/>
          <p:nvPr/>
        </p:nvSpPr>
        <p:spPr>
          <a:xfrm>
            <a:off x="14196509" y="12446943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Up Arrow 490">
            <a:extLst>
              <a:ext uri="{FF2B5EF4-FFF2-40B4-BE49-F238E27FC236}">
                <a16:creationId xmlns:a16="http://schemas.microsoft.com/office/drawing/2014/main" id="{C5EDD793-2085-921C-7DBC-04899E88B178}"/>
              </a:ext>
            </a:extLst>
          </p:cNvPr>
          <p:cNvSpPr/>
          <p:nvPr/>
        </p:nvSpPr>
        <p:spPr>
          <a:xfrm rot="10800000">
            <a:off x="15106289" y="12480883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53B6BA71-AD73-0C99-F779-1F7FBF9AA6C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021309" y="7593547"/>
            <a:ext cx="2668342" cy="1222525"/>
          </a:xfrm>
          <a:prstGeom prst="roundRect">
            <a:avLst>
              <a:gd name="adj" fmla="val 684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83" name="Text Box 4">
            <a:extLst>
              <a:ext uri="{FF2B5EF4-FFF2-40B4-BE49-F238E27FC236}">
                <a16:creationId xmlns:a16="http://schemas.microsoft.com/office/drawing/2014/main" id="{B10D157B-B13A-BF4B-ACBA-74AC4DD04E8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751281" y="7732434"/>
            <a:ext cx="2321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User </a:t>
            </a:r>
          </a:p>
          <a:p>
            <a:pPr algn="ctr"/>
            <a:r>
              <a:rPr lang="en-US" altLang="en-GB" sz="2800" b="1" dirty="0"/>
              <a:t>Request</a:t>
            </a:r>
          </a:p>
        </p:txBody>
      </p:sp>
      <p:pic>
        <p:nvPicPr>
          <p:cNvPr id="184" name="Graphic 183" descr="Programmer male outline">
            <a:extLst>
              <a:ext uri="{FF2B5EF4-FFF2-40B4-BE49-F238E27FC236}">
                <a16:creationId xmlns:a16="http://schemas.microsoft.com/office/drawing/2014/main" id="{88DBBCAA-B187-A040-3DFB-AE1567274A1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520294" y="7597686"/>
            <a:ext cx="1224602" cy="1153220"/>
          </a:xfrm>
          <a:prstGeom prst="rect">
            <a:avLst/>
          </a:prstGeom>
        </p:spPr>
      </p:pic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87631629-63C6-6209-60D2-CB7BA51D936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770303" y="7717203"/>
            <a:ext cx="1901464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86" name="Text Box 4">
            <a:extLst>
              <a:ext uri="{FF2B5EF4-FFF2-40B4-BE49-F238E27FC236}">
                <a16:creationId xmlns:a16="http://schemas.microsoft.com/office/drawing/2014/main" id="{64BD2D8D-0ED4-D2EF-9A1C-794FB90AA8E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595022" y="7811780"/>
            <a:ext cx="22901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Planner </a:t>
            </a:r>
          </a:p>
          <a:p>
            <a:pPr algn="ctr"/>
            <a:r>
              <a:rPr lang="en-US" altLang="en-GB" sz="2800" b="1" dirty="0"/>
              <a:t>Agent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72A18E7D-6390-C5BD-3F32-D1FDBB2BB14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4648468" y="7699942"/>
            <a:ext cx="2481207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88" name="Text Box 4">
            <a:extLst>
              <a:ext uri="{FF2B5EF4-FFF2-40B4-BE49-F238E27FC236}">
                <a16:creationId xmlns:a16="http://schemas.microsoft.com/office/drawing/2014/main" id="{0716EC0F-A94E-E461-B47D-D4B029016D5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4533660" y="7769987"/>
            <a:ext cx="2723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Scenario Expander Agent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A1711F21-8F6F-F9E4-E959-2E82A347D3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8052929" y="7731282"/>
            <a:ext cx="2481207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90" name="Text Box 4">
            <a:extLst>
              <a:ext uri="{FF2B5EF4-FFF2-40B4-BE49-F238E27FC236}">
                <a16:creationId xmlns:a16="http://schemas.microsoft.com/office/drawing/2014/main" id="{77E8FFFB-F1B5-6D5E-13B9-50DF3489B09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958270" y="7850139"/>
            <a:ext cx="2723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Result Analysis Agent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17A1A59-DC5E-F0C1-19DC-888A314E192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1298740" y="7692220"/>
            <a:ext cx="1992331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92" name="Text Box 4">
            <a:extLst>
              <a:ext uri="{FF2B5EF4-FFF2-40B4-BE49-F238E27FC236}">
                <a16:creationId xmlns:a16="http://schemas.microsoft.com/office/drawing/2014/main" id="{1CBA9F3F-2824-2B2F-D13E-0E577CB4E62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0850496" y="7831778"/>
            <a:ext cx="2723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Reflection </a:t>
            </a:r>
          </a:p>
          <a:p>
            <a:pPr algn="ctr"/>
            <a:r>
              <a:rPr lang="en-US" altLang="en-GB" sz="2800" b="1" dirty="0"/>
              <a:t>Agent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D4A62369-C1C3-B824-7939-654233B1B62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4184543" y="7677268"/>
            <a:ext cx="1609527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94" name="Text Box 4">
            <a:extLst>
              <a:ext uri="{FF2B5EF4-FFF2-40B4-BE49-F238E27FC236}">
                <a16:creationId xmlns:a16="http://schemas.microsoft.com/office/drawing/2014/main" id="{0CC35EAF-C635-089A-1293-9DAA4B0C8C1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3639960" y="7775314"/>
            <a:ext cx="25852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Report </a:t>
            </a:r>
          </a:p>
          <a:p>
            <a:pPr algn="ctr"/>
            <a:r>
              <a:rPr lang="en-US" altLang="en-GB" sz="2800" b="1" dirty="0"/>
              <a:t>Agent</a:t>
            </a:r>
          </a:p>
        </p:txBody>
      </p:sp>
      <p:sp>
        <p:nvSpPr>
          <p:cNvPr id="195" name="Up Arrow 490">
            <a:extLst>
              <a:ext uri="{FF2B5EF4-FFF2-40B4-BE49-F238E27FC236}">
                <a16:creationId xmlns:a16="http://schemas.microsoft.com/office/drawing/2014/main" id="{C3E5E6AE-6A91-42B0-98A1-5D63D3FF804E}"/>
              </a:ext>
            </a:extLst>
          </p:cNvPr>
          <p:cNvSpPr/>
          <p:nvPr/>
        </p:nvSpPr>
        <p:spPr>
          <a:xfrm rot="5400000">
            <a:off x="13921268" y="7947286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8" name="Up Arrow 490">
            <a:extLst>
              <a:ext uri="{FF2B5EF4-FFF2-40B4-BE49-F238E27FC236}">
                <a16:creationId xmlns:a16="http://schemas.microsoft.com/office/drawing/2014/main" id="{B6ED0012-D7E9-9BBE-21DC-0FB2E6E29FED}"/>
              </a:ext>
            </a:extLst>
          </p:cNvPr>
          <p:cNvSpPr/>
          <p:nvPr/>
        </p:nvSpPr>
        <p:spPr>
          <a:xfrm rot="5400000">
            <a:off x="20658263" y="8026978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9" name="Up Arrow 490">
            <a:extLst>
              <a:ext uri="{FF2B5EF4-FFF2-40B4-BE49-F238E27FC236}">
                <a16:creationId xmlns:a16="http://schemas.microsoft.com/office/drawing/2014/main" id="{B854C761-9D21-3001-988A-411120E3D45E}"/>
              </a:ext>
            </a:extLst>
          </p:cNvPr>
          <p:cNvSpPr/>
          <p:nvPr/>
        </p:nvSpPr>
        <p:spPr>
          <a:xfrm rot="5400000">
            <a:off x="23474031" y="8077659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9706B3A2-7A38-01E9-1DDE-1D562D2BF574}"/>
              </a:ext>
            </a:extLst>
          </p:cNvPr>
          <p:cNvSpPr/>
          <p:nvPr/>
        </p:nvSpPr>
        <p:spPr>
          <a:xfrm>
            <a:off x="11554189" y="6906064"/>
            <a:ext cx="14507769" cy="2142235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Up Arrow 490">
            <a:extLst>
              <a:ext uri="{FF2B5EF4-FFF2-40B4-BE49-F238E27FC236}">
                <a16:creationId xmlns:a16="http://schemas.microsoft.com/office/drawing/2014/main" id="{72BBF9B0-887F-BA93-18DF-1583ACA8541B}"/>
              </a:ext>
            </a:extLst>
          </p:cNvPr>
          <p:cNvSpPr/>
          <p:nvPr/>
        </p:nvSpPr>
        <p:spPr>
          <a:xfrm rot="3156147">
            <a:off x="17585943" y="8896912"/>
            <a:ext cx="547587" cy="754077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" name="Up Arrow 490">
            <a:extLst>
              <a:ext uri="{FF2B5EF4-FFF2-40B4-BE49-F238E27FC236}">
                <a16:creationId xmlns:a16="http://schemas.microsoft.com/office/drawing/2014/main" id="{2B8E8F27-5017-347F-9BDF-A3C2866AFF5E}"/>
              </a:ext>
            </a:extLst>
          </p:cNvPr>
          <p:cNvSpPr/>
          <p:nvPr/>
        </p:nvSpPr>
        <p:spPr>
          <a:xfrm>
            <a:off x="20154900" y="9157300"/>
            <a:ext cx="451890" cy="535716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7" name="Up Arrow 490">
            <a:extLst>
              <a:ext uri="{FF2B5EF4-FFF2-40B4-BE49-F238E27FC236}">
                <a16:creationId xmlns:a16="http://schemas.microsoft.com/office/drawing/2014/main" id="{8AF63BB4-8CE9-1BCD-C93F-429B16454C2E}"/>
              </a:ext>
            </a:extLst>
          </p:cNvPr>
          <p:cNvSpPr/>
          <p:nvPr/>
        </p:nvSpPr>
        <p:spPr>
          <a:xfrm rot="5400000">
            <a:off x="22964241" y="10649070"/>
            <a:ext cx="563110" cy="775308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8" name="Up Arrow 490">
            <a:extLst>
              <a:ext uri="{FF2B5EF4-FFF2-40B4-BE49-F238E27FC236}">
                <a16:creationId xmlns:a16="http://schemas.microsoft.com/office/drawing/2014/main" id="{581FB3F3-041E-998C-EAE7-5C17EB28BD41}"/>
              </a:ext>
            </a:extLst>
          </p:cNvPr>
          <p:cNvSpPr/>
          <p:nvPr/>
        </p:nvSpPr>
        <p:spPr>
          <a:xfrm rot="10800000">
            <a:off x="20921996" y="9189169"/>
            <a:ext cx="451890" cy="535716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0228887B-19C1-A566-8A8A-A694E26B32FD}"/>
              </a:ext>
            </a:extLst>
          </p:cNvPr>
          <p:cNvSpPr/>
          <p:nvPr/>
        </p:nvSpPr>
        <p:spPr>
          <a:xfrm flipV="1">
            <a:off x="28328766" y="10811163"/>
            <a:ext cx="1221165" cy="4152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A2713D9D-4CE0-72A9-3F10-39ED57245744}"/>
              </a:ext>
            </a:extLst>
          </p:cNvPr>
          <p:cNvSpPr txBox="1"/>
          <p:nvPr/>
        </p:nvSpPr>
        <p:spPr>
          <a:xfrm>
            <a:off x="16767939" y="7069547"/>
            <a:ext cx="440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LLM-Driven Multi Agents</a:t>
            </a:r>
          </a:p>
        </p:txBody>
      </p:sp>
      <p:sp>
        <p:nvSpPr>
          <p:cNvPr id="211" name="Up Arrow 490">
            <a:extLst>
              <a:ext uri="{FF2B5EF4-FFF2-40B4-BE49-F238E27FC236}">
                <a16:creationId xmlns:a16="http://schemas.microsoft.com/office/drawing/2014/main" id="{0AAE5D38-35F0-AA41-23BA-6517A99F0A82}"/>
              </a:ext>
            </a:extLst>
          </p:cNvPr>
          <p:cNvSpPr/>
          <p:nvPr/>
        </p:nvSpPr>
        <p:spPr>
          <a:xfrm rot="5400000">
            <a:off x="26806276" y="7260177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 Box 4">
            <a:extLst>
              <a:ext uri="{FF2B5EF4-FFF2-40B4-BE49-F238E27FC236}">
                <a16:creationId xmlns:a16="http://schemas.microsoft.com/office/drawing/2014/main" id="{E2384806-0186-283C-D28C-59A8FF4078E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7644470" y="7461520"/>
            <a:ext cx="184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/>
              <a:t>Data flow</a:t>
            </a:r>
          </a:p>
        </p:txBody>
      </p:sp>
      <p:sp>
        <p:nvSpPr>
          <p:cNvPr id="213" name="Up Arrow 490">
            <a:extLst>
              <a:ext uri="{FF2B5EF4-FFF2-40B4-BE49-F238E27FC236}">
                <a16:creationId xmlns:a16="http://schemas.microsoft.com/office/drawing/2014/main" id="{0731F776-1ABF-EA7D-3ED9-593D8484DC23}"/>
              </a:ext>
            </a:extLst>
          </p:cNvPr>
          <p:cNvSpPr/>
          <p:nvPr/>
        </p:nvSpPr>
        <p:spPr>
          <a:xfrm rot="5400000">
            <a:off x="10831478" y="7929907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Up Arrow 490">
            <a:extLst>
              <a:ext uri="{FF2B5EF4-FFF2-40B4-BE49-F238E27FC236}">
                <a16:creationId xmlns:a16="http://schemas.microsoft.com/office/drawing/2014/main" id="{3142BDE9-5DD9-83FC-031C-549850009687}"/>
              </a:ext>
            </a:extLst>
          </p:cNvPr>
          <p:cNvSpPr/>
          <p:nvPr/>
        </p:nvSpPr>
        <p:spPr>
          <a:xfrm rot="10800000">
            <a:off x="15541261" y="8919518"/>
            <a:ext cx="567729" cy="584745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5" name="Up Arrow 490">
            <a:extLst>
              <a:ext uri="{FF2B5EF4-FFF2-40B4-BE49-F238E27FC236}">
                <a16:creationId xmlns:a16="http://schemas.microsoft.com/office/drawing/2014/main" id="{A0B20942-7006-04B8-5D09-5BC800A84877}"/>
              </a:ext>
            </a:extLst>
          </p:cNvPr>
          <p:cNvSpPr/>
          <p:nvPr/>
        </p:nvSpPr>
        <p:spPr>
          <a:xfrm rot="5400000">
            <a:off x="26797192" y="8178788"/>
            <a:ext cx="563110" cy="775308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2F54462D-1BE8-2C92-10DE-D3A30A11470B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7757636" y="8329061"/>
            <a:ext cx="184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/>
              <a:t>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9A1BC8-D888-1A7B-4A6B-B7F4B94C0DB3}"/>
              </a:ext>
            </a:extLst>
          </p:cNvPr>
          <p:cNvSpPr/>
          <p:nvPr/>
        </p:nvSpPr>
        <p:spPr>
          <a:xfrm>
            <a:off x="26505534" y="7162800"/>
            <a:ext cx="2755266" cy="198421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Up Arrow 490">
            <a:extLst>
              <a:ext uri="{FF2B5EF4-FFF2-40B4-BE49-F238E27FC236}">
                <a16:creationId xmlns:a16="http://schemas.microsoft.com/office/drawing/2014/main" id="{391A9FE7-F961-F0D1-18BB-C41415A76C37}"/>
              </a:ext>
            </a:extLst>
          </p:cNvPr>
          <p:cNvSpPr/>
          <p:nvPr/>
        </p:nvSpPr>
        <p:spPr>
          <a:xfrm>
            <a:off x="19710370" y="12421788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Up Arrow 490">
            <a:extLst>
              <a:ext uri="{FF2B5EF4-FFF2-40B4-BE49-F238E27FC236}">
                <a16:creationId xmlns:a16="http://schemas.microsoft.com/office/drawing/2014/main" id="{E0C25FBA-38D3-983C-61D0-35D788BF8A2B}"/>
              </a:ext>
            </a:extLst>
          </p:cNvPr>
          <p:cNvSpPr/>
          <p:nvPr/>
        </p:nvSpPr>
        <p:spPr>
          <a:xfrm rot="10800000">
            <a:off x="20398513" y="12482039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F1D19-A208-2538-CE75-5B77EADE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398FB-802A-D167-7943-2AD25741DCAA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rcRect t="32377" b="37283"/>
          <a:stretch>
            <a:fillRect/>
          </a:stretch>
        </p:blipFill>
        <p:spPr>
          <a:xfrm>
            <a:off x="7655719" y="18062164"/>
            <a:ext cx="20688300" cy="2092273"/>
          </a:xfrm>
          <a:prstGeom prst="rect">
            <a:avLst/>
          </a:prstGeom>
        </p:spPr>
      </p:pic>
      <p:sp>
        <p:nvSpPr>
          <p:cNvPr id="36" name="Up Arrow 490">
            <a:extLst>
              <a:ext uri="{FF2B5EF4-FFF2-40B4-BE49-F238E27FC236}">
                <a16:creationId xmlns:a16="http://schemas.microsoft.com/office/drawing/2014/main" id="{4DC11E9C-B073-0759-9B93-06C160B48948}"/>
              </a:ext>
            </a:extLst>
          </p:cNvPr>
          <p:cNvSpPr/>
          <p:nvPr/>
        </p:nvSpPr>
        <p:spPr>
          <a:xfrm>
            <a:off x="8342612" y="1720902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Up Arrow 490">
            <a:extLst>
              <a:ext uri="{FF2B5EF4-FFF2-40B4-BE49-F238E27FC236}">
                <a16:creationId xmlns:a16="http://schemas.microsoft.com/office/drawing/2014/main" id="{C31D82FF-FE85-6570-A805-F80869EDDAAD}"/>
              </a:ext>
            </a:extLst>
          </p:cNvPr>
          <p:cNvSpPr/>
          <p:nvPr/>
        </p:nvSpPr>
        <p:spPr>
          <a:xfrm>
            <a:off x="15347071" y="1720902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Up Arrow 490">
            <a:extLst>
              <a:ext uri="{FF2B5EF4-FFF2-40B4-BE49-F238E27FC236}">
                <a16:creationId xmlns:a16="http://schemas.microsoft.com/office/drawing/2014/main" id="{882E3AF8-C30B-AA07-E3B7-5E4EF62DCFB6}"/>
              </a:ext>
            </a:extLst>
          </p:cNvPr>
          <p:cNvSpPr/>
          <p:nvPr/>
        </p:nvSpPr>
        <p:spPr>
          <a:xfrm>
            <a:off x="20378174" y="1720902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Up Arrow 490">
            <a:extLst>
              <a:ext uri="{FF2B5EF4-FFF2-40B4-BE49-F238E27FC236}">
                <a16:creationId xmlns:a16="http://schemas.microsoft.com/office/drawing/2014/main" id="{AF59458B-C171-B1FD-BEEE-A347B1BF0D7B}"/>
              </a:ext>
            </a:extLst>
          </p:cNvPr>
          <p:cNvSpPr/>
          <p:nvPr/>
        </p:nvSpPr>
        <p:spPr>
          <a:xfrm>
            <a:off x="27081360" y="17196659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12060A2-CEB3-6C3A-1330-924D0F8833CD}"/>
              </a:ext>
            </a:extLst>
          </p:cNvPr>
          <p:cNvSpPr/>
          <p:nvPr/>
        </p:nvSpPr>
        <p:spPr>
          <a:xfrm>
            <a:off x="7987249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E14A85-CEFF-1934-C9E9-C7D115572947}"/>
              </a:ext>
            </a:extLst>
          </p:cNvPr>
          <p:cNvSpPr txBox="1"/>
          <p:nvPr/>
        </p:nvSpPr>
        <p:spPr>
          <a:xfrm>
            <a:off x="8172492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Wireless Domain Database </a:t>
            </a:r>
            <a:r>
              <a:rPr lang="en-GB" sz="2800" b="1" dirty="0"/>
              <a:t>1</a:t>
            </a:r>
          </a:p>
        </p:txBody>
      </p:sp>
      <p:pic>
        <p:nvPicPr>
          <p:cNvPr id="51" name="Picture 2" descr="InfluxDB – Logos Download">
            <a:extLst>
              <a:ext uri="{FF2B5EF4-FFF2-40B4-BE49-F238E27FC236}">
                <a16:creationId xmlns:a16="http://schemas.microsoft.com/office/drawing/2014/main" id="{852C445E-0824-D113-0519-53129BEA1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988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A4D0990-D176-F4C5-FA48-C03808ABC52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08564" y="16134680"/>
            <a:ext cx="1657515" cy="760826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EE8A7C6-AF2E-8236-DC5D-C34130EBBFEB}"/>
              </a:ext>
            </a:extLst>
          </p:cNvPr>
          <p:cNvSpPr/>
          <p:nvPr/>
        </p:nvSpPr>
        <p:spPr>
          <a:xfrm>
            <a:off x="24384219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6EC3F0-F9E7-8645-3BB7-94FAF2E6DDE6}"/>
              </a:ext>
            </a:extLst>
          </p:cNvPr>
          <p:cNvSpPr txBox="1"/>
          <p:nvPr/>
        </p:nvSpPr>
        <p:spPr>
          <a:xfrm>
            <a:off x="24569462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Wireless Domain Database </a:t>
            </a:r>
            <a:r>
              <a:rPr lang="en-GB" sz="2800" b="1" dirty="0"/>
              <a:t>N</a:t>
            </a:r>
          </a:p>
        </p:txBody>
      </p:sp>
      <p:pic>
        <p:nvPicPr>
          <p:cNvPr id="55" name="Picture 2" descr="InfluxDB – Logos Download">
            <a:extLst>
              <a:ext uri="{FF2B5EF4-FFF2-40B4-BE49-F238E27FC236}">
                <a16:creationId xmlns:a16="http://schemas.microsoft.com/office/drawing/2014/main" id="{4B069377-6A25-8462-939A-46B759343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1958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4F0CD6F-36DE-4671-3648-838FFCA6801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505534" y="16134680"/>
            <a:ext cx="1657515" cy="760826"/>
          </a:xfrm>
          <a:prstGeom prst="rect">
            <a:avLst/>
          </a:prstGeom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86499A3-D48F-BF0D-5B4B-1C3B818ACE92}"/>
              </a:ext>
            </a:extLst>
          </p:cNvPr>
          <p:cNvSpPr/>
          <p:nvPr/>
        </p:nvSpPr>
        <p:spPr>
          <a:xfrm>
            <a:off x="13692073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9AB07B-504C-C56A-C327-11A7818A8965}"/>
              </a:ext>
            </a:extLst>
          </p:cNvPr>
          <p:cNvSpPr txBox="1"/>
          <p:nvPr/>
        </p:nvSpPr>
        <p:spPr>
          <a:xfrm>
            <a:off x="13877316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Optical Domain Database </a:t>
            </a:r>
            <a:r>
              <a:rPr lang="en-GB" sz="2800" b="1" dirty="0"/>
              <a:t>1</a:t>
            </a:r>
          </a:p>
        </p:txBody>
      </p:sp>
      <p:pic>
        <p:nvPicPr>
          <p:cNvPr id="59" name="Picture 2" descr="InfluxDB – Logos Download">
            <a:extLst>
              <a:ext uri="{FF2B5EF4-FFF2-40B4-BE49-F238E27FC236}">
                <a16:creationId xmlns:a16="http://schemas.microsoft.com/office/drawing/2014/main" id="{10745F41-E0AC-6FD8-C51D-2B08AC141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9812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968402E-ADDD-E732-AF91-926F4507D25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813388" y="16134680"/>
            <a:ext cx="1657515" cy="760826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667E64B-3D0B-57D4-1AEA-DE39122F91C3}"/>
              </a:ext>
            </a:extLst>
          </p:cNvPr>
          <p:cNvSpPr/>
          <p:nvPr/>
        </p:nvSpPr>
        <p:spPr>
          <a:xfrm>
            <a:off x="19085633" y="15368236"/>
            <a:ext cx="3901065" cy="1594884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688BB5-1993-3E18-AE2D-398957B2DE56}"/>
              </a:ext>
            </a:extLst>
          </p:cNvPr>
          <p:cNvSpPr txBox="1"/>
          <p:nvPr/>
        </p:nvSpPr>
        <p:spPr>
          <a:xfrm>
            <a:off x="19270876" y="15435150"/>
            <a:ext cx="2302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Optical Domain Database </a:t>
            </a:r>
            <a:r>
              <a:rPr lang="en-GB" sz="2800" b="1" dirty="0"/>
              <a:t>M</a:t>
            </a:r>
          </a:p>
        </p:txBody>
      </p:sp>
      <p:pic>
        <p:nvPicPr>
          <p:cNvPr id="63" name="Picture 2" descr="InfluxDB – Logos Download">
            <a:extLst>
              <a:ext uri="{FF2B5EF4-FFF2-40B4-BE49-F238E27FC236}">
                <a16:creationId xmlns:a16="http://schemas.microsoft.com/office/drawing/2014/main" id="{8F3829DB-F9AA-D1AF-B3DD-11371A367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3372" y="15647269"/>
            <a:ext cx="2033579" cy="41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93B9745-5ABC-4AF5-51E3-8728391D0C9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06948" y="16134680"/>
            <a:ext cx="1657515" cy="760826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601BE0C-7449-8270-4477-3CBF69D8D254}"/>
              </a:ext>
            </a:extLst>
          </p:cNvPr>
          <p:cNvSpPr txBox="1"/>
          <p:nvPr/>
        </p:nvSpPr>
        <p:spPr>
          <a:xfrm>
            <a:off x="12137900" y="15556020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B3C842-B440-3DA0-5407-9BE208E16E3E}"/>
              </a:ext>
            </a:extLst>
          </p:cNvPr>
          <p:cNvSpPr txBox="1"/>
          <p:nvPr/>
        </p:nvSpPr>
        <p:spPr>
          <a:xfrm>
            <a:off x="17734580" y="15604430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1B9EB5-721E-45D5-86C2-AB1B636DB1E7}"/>
              </a:ext>
            </a:extLst>
          </p:cNvPr>
          <p:cNvSpPr txBox="1"/>
          <p:nvPr/>
        </p:nvSpPr>
        <p:spPr>
          <a:xfrm>
            <a:off x="23137046" y="15556019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82" name="TextBox 20">
            <a:extLst>
              <a:ext uri="{FF2B5EF4-FFF2-40B4-BE49-F238E27FC236}">
                <a16:creationId xmlns:a16="http://schemas.microsoft.com/office/drawing/2014/main" id="{50D0ED2C-DE27-403B-7341-280C078A443F}"/>
              </a:ext>
            </a:extLst>
          </p:cNvPr>
          <p:cNvSpPr txBox="1"/>
          <p:nvPr/>
        </p:nvSpPr>
        <p:spPr>
          <a:xfrm>
            <a:off x="12125403" y="11685583"/>
            <a:ext cx="1309572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AI Deployment </a:t>
            </a:r>
          </a:p>
          <a:p>
            <a:pPr algn="ctr">
              <a:defRPr/>
            </a:pPr>
            <a:r>
              <a:rPr lang="en-GB" sz="1050" b="1" i="1">
                <a:solidFill>
                  <a:prstClr val="white"/>
                </a:solidFill>
                <a:latin typeface="Calibri" panose="020F0502020204030204"/>
              </a:rPr>
              <a:t>and Inference</a:t>
            </a:r>
            <a:endParaRPr lang="en-GB" sz="1050" i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ounded Rectangle 130">
            <a:extLst>
              <a:ext uri="{FF2B5EF4-FFF2-40B4-BE49-F238E27FC236}">
                <a16:creationId xmlns:a16="http://schemas.microsoft.com/office/drawing/2014/main" id="{39C0AFE1-B1B9-0174-C185-DEEBAA2B4557}"/>
              </a:ext>
            </a:extLst>
          </p:cNvPr>
          <p:cNvSpPr/>
          <p:nvPr/>
        </p:nvSpPr>
        <p:spPr>
          <a:xfrm>
            <a:off x="7987249" y="13336985"/>
            <a:ext cx="20298034" cy="1015663"/>
          </a:xfrm>
          <a:prstGeom prst="roundRect">
            <a:avLst/>
          </a:prstGeom>
          <a:solidFill>
            <a:schemeClr val="accent5">
              <a:lumMod val="75000"/>
              <a:alpha val="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E9B06F-6B97-7B63-95BB-E5D83E874A28}"/>
              </a:ext>
            </a:extLst>
          </p:cNvPr>
          <p:cNvSpPr txBox="1"/>
          <p:nvPr/>
        </p:nvSpPr>
        <p:spPr>
          <a:xfrm>
            <a:off x="15894236" y="13601624"/>
            <a:ext cx="6730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/>
              </a:rPr>
              <a:t>Centralized Cross-Domain Data Repository </a:t>
            </a:r>
          </a:p>
        </p:txBody>
      </p:sp>
      <p:pic>
        <p:nvPicPr>
          <p:cNvPr id="95" name="Picture 94" descr="InfluxDB – Logos Download">
            <a:extLst>
              <a:ext uri="{FF2B5EF4-FFF2-40B4-BE49-F238E27FC236}">
                <a16:creationId xmlns:a16="http://schemas.microsoft.com/office/drawing/2014/main" id="{F3EC6154-679D-D8A6-EC10-723C71369FA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786" y="13644471"/>
            <a:ext cx="2191339" cy="50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95" descr="cloud_database">
            <a:extLst>
              <a:ext uri="{FF2B5EF4-FFF2-40B4-BE49-F238E27FC236}">
                <a16:creationId xmlns:a16="http://schemas.microsoft.com/office/drawing/2014/main" id="{4F8DD6FF-085D-61D2-2871-16C362DF8186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104" t="24896" r="26583" b="25917"/>
          <a:stretch>
            <a:fillRect/>
          </a:stretch>
        </p:blipFill>
        <p:spPr>
          <a:xfrm flipH="1">
            <a:off x="15076686" y="13484493"/>
            <a:ext cx="728214" cy="757482"/>
          </a:xfrm>
          <a:prstGeom prst="rect">
            <a:avLst/>
          </a:prstGeom>
        </p:spPr>
      </p:pic>
      <p:sp>
        <p:nvSpPr>
          <p:cNvPr id="2" name="Up Arrow 490">
            <a:extLst>
              <a:ext uri="{FF2B5EF4-FFF2-40B4-BE49-F238E27FC236}">
                <a16:creationId xmlns:a16="http://schemas.microsoft.com/office/drawing/2014/main" id="{B93A93BB-C784-1724-A098-C81DE7EA89E3}"/>
              </a:ext>
            </a:extLst>
          </p:cNvPr>
          <p:cNvSpPr/>
          <p:nvPr/>
        </p:nvSpPr>
        <p:spPr>
          <a:xfrm>
            <a:off x="8603265" y="14445390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Up Arrow 490">
            <a:extLst>
              <a:ext uri="{FF2B5EF4-FFF2-40B4-BE49-F238E27FC236}">
                <a16:creationId xmlns:a16="http://schemas.microsoft.com/office/drawing/2014/main" id="{96F60F79-7064-E65D-466F-7B358AD5BFBC}"/>
              </a:ext>
            </a:extLst>
          </p:cNvPr>
          <p:cNvSpPr/>
          <p:nvPr/>
        </p:nvSpPr>
        <p:spPr>
          <a:xfrm>
            <a:off x="27362915" y="14445390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D7332-195A-4F97-1C8C-9706DC2A1E47}"/>
              </a:ext>
            </a:extLst>
          </p:cNvPr>
          <p:cNvSpPr txBox="1"/>
          <p:nvPr/>
        </p:nvSpPr>
        <p:spPr>
          <a:xfrm>
            <a:off x="10681776" y="13601624"/>
            <a:ext cx="3391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Time-series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43754C-FA30-970C-040A-0DEE88A5865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504956" y="13506577"/>
            <a:ext cx="1657515" cy="760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DADFF3-A5E0-7058-5637-3D987BE66340}"/>
              </a:ext>
            </a:extLst>
          </p:cNvPr>
          <p:cNvSpPr txBox="1"/>
          <p:nvPr/>
        </p:nvSpPr>
        <p:spPr>
          <a:xfrm>
            <a:off x="25196488" y="13583601"/>
            <a:ext cx="3391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/>
              </a:rPr>
              <a:t>elational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Database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567A1A-FF3C-0C67-37E9-430F3ACEC2DA}"/>
              </a:ext>
            </a:extLst>
          </p:cNvPr>
          <p:cNvCxnSpPr/>
          <p:nvPr/>
        </p:nvCxnSpPr>
        <p:spPr>
          <a:xfrm>
            <a:off x="14030911" y="13886990"/>
            <a:ext cx="93421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90DC70-23DE-A3D8-001C-F238E97CFB1A}"/>
              </a:ext>
            </a:extLst>
          </p:cNvPr>
          <p:cNvCxnSpPr/>
          <p:nvPr/>
        </p:nvCxnSpPr>
        <p:spPr>
          <a:xfrm>
            <a:off x="22386741" y="13832004"/>
            <a:ext cx="93421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kafka">
            <a:extLst>
              <a:ext uri="{FF2B5EF4-FFF2-40B4-BE49-F238E27FC236}">
                <a16:creationId xmlns:a16="http://schemas.microsoft.com/office/drawing/2014/main" id="{9F1DCFA1-957A-6FEE-B7E8-787012B6324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836356" y="14503484"/>
            <a:ext cx="1703765" cy="659121"/>
          </a:xfrm>
          <a:prstGeom prst="rect">
            <a:avLst/>
          </a:prstGeom>
        </p:spPr>
      </p:pic>
      <p:sp>
        <p:nvSpPr>
          <p:cNvPr id="13" name="TextBox 58">
            <a:extLst>
              <a:ext uri="{FF2B5EF4-FFF2-40B4-BE49-F238E27FC236}">
                <a16:creationId xmlns:a16="http://schemas.microsoft.com/office/drawing/2014/main" id="{1F71F2DA-589A-13C1-B0FF-94E75699B0B6}"/>
              </a:ext>
            </a:extLst>
          </p:cNvPr>
          <p:cNvSpPr txBox="1"/>
          <p:nvPr/>
        </p:nvSpPr>
        <p:spPr>
          <a:xfrm>
            <a:off x="14965122" y="14541700"/>
            <a:ext cx="6011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Kafka-based Telemetry Pipeline</a:t>
            </a:r>
          </a:p>
        </p:txBody>
      </p:sp>
      <p:sp>
        <p:nvSpPr>
          <p:cNvPr id="14" name="Up Arrow 490">
            <a:extLst>
              <a:ext uri="{FF2B5EF4-FFF2-40B4-BE49-F238E27FC236}">
                <a16:creationId xmlns:a16="http://schemas.microsoft.com/office/drawing/2014/main" id="{CB8611AC-8CE8-1E98-8DF7-AB8CEC124ADA}"/>
              </a:ext>
            </a:extLst>
          </p:cNvPr>
          <p:cNvSpPr/>
          <p:nvPr/>
        </p:nvSpPr>
        <p:spPr>
          <a:xfrm>
            <a:off x="13827709" y="14445390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Up Arrow 490">
            <a:extLst>
              <a:ext uri="{FF2B5EF4-FFF2-40B4-BE49-F238E27FC236}">
                <a16:creationId xmlns:a16="http://schemas.microsoft.com/office/drawing/2014/main" id="{6B0735D9-26D3-AE06-6721-55CFCDE5A225}"/>
              </a:ext>
            </a:extLst>
          </p:cNvPr>
          <p:cNvSpPr/>
          <p:nvPr/>
        </p:nvSpPr>
        <p:spPr>
          <a:xfrm>
            <a:off x="22075572" y="14424692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2CED69E-56E3-DCCC-38DE-593461AB6E6C}"/>
              </a:ext>
            </a:extLst>
          </p:cNvPr>
          <p:cNvSpPr/>
          <p:nvPr/>
        </p:nvSpPr>
        <p:spPr>
          <a:xfrm>
            <a:off x="8041186" y="9785378"/>
            <a:ext cx="4464175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0F5F94-EED3-B591-7190-1995DD54069A}"/>
              </a:ext>
            </a:extLst>
          </p:cNvPr>
          <p:cNvSpPr txBox="1"/>
          <p:nvPr/>
        </p:nvSpPr>
        <p:spPr>
          <a:xfrm>
            <a:off x="8505268" y="9881629"/>
            <a:ext cx="2302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D</a:t>
            </a:r>
            <a:r>
              <a:rPr lang="en-US" altLang="zh-CN" sz="2800" b="1" dirty="0" err="1"/>
              <a:t>igital</a:t>
            </a:r>
            <a:r>
              <a:rPr lang="en-US" altLang="zh-CN" sz="2800" b="1" dirty="0"/>
              <a:t> Twins</a:t>
            </a:r>
            <a:endParaRPr lang="en-GB" sz="2800" b="1" dirty="0"/>
          </a:p>
        </p:txBody>
      </p:sp>
      <p:pic>
        <p:nvPicPr>
          <p:cNvPr id="22" name="Picture 8" descr="Digital Twin - Industrial IoT Use Case Profile | IoT ONE Digital  Transformation Advisors">
            <a:extLst>
              <a:ext uri="{FF2B5EF4-FFF2-40B4-BE49-F238E27FC236}">
                <a16:creationId xmlns:a16="http://schemas.microsoft.com/office/drawing/2014/main" id="{7A828430-8133-1F25-9FF6-4F3615E1A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719" y="9864931"/>
            <a:ext cx="1349887" cy="59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104">
            <a:extLst>
              <a:ext uri="{FF2B5EF4-FFF2-40B4-BE49-F238E27FC236}">
                <a16:creationId xmlns:a16="http://schemas.microsoft.com/office/drawing/2014/main" id="{335FD339-BBAB-CBEF-AEA6-7677D2A7698F}"/>
              </a:ext>
            </a:extLst>
          </p:cNvPr>
          <p:cNvSpPr/>
          <p:nvPr/>
        </p:nvSpPr>
        <p:spPr>
          <a:xfrm>
            <a:off x="8226429" y="10521899"/>
            <a:ext cx="3965408" cy="43788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ounded Rectangle 102">
            <a:extLst>
              <a:ext uri="{FF2B5EF4-FFF2-40B4-BE49-F238E27FC236}">
                <a16:creationId xmlns:a16="http://schemas.microsoft.com/office/drawing/2014/main" id="{F90957FD-AEC9-566B-E8DC-413FC26AE73D}"/>
              </a:ext>
            </a:extLst>
          </p:cNvPr>
          <p:cNvSpPr/>
          <p:nvPr/>
        </p:nvSpPr>
        <p:spPr>
          <a:xfrm>
            <a:off x="8249532" y="11060412"/>
            <a:ext cx="3965407" cy="5157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8499C5-CDC4-1064-0A91-34341C7DF099}"/>
              </a:ext>
            </a:extLst>
          </p:cNvPr>
          <p:cNvSpPr txBox="1"/>
          <p:nvPr/>
        </p:nvSpPr>
        <p:spPr>
          <a:xfrm>
            <a:off x="9181515" y="10537169"/>
            <a:ext cx="1836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Physical Models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E1BFB-EA2F-2ACA-7B4E-D86101443FC5}"/>
              </a:ext>
            </a:extLst>
          </p:cNvPr>
          <p:cNvSpPr txBox="1"/>
          <p:nvPr/>
        </p:nvSpPr>
        <p:spPr>
          <a:xfrm>
            <a:off x="8959659" y="11141883"/>
            <a:ext cx="2792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Data-Driven ML Models</a:t>
            </a:r>
          </a:p>
        </p:txBody>
      </p:sp>
      <p:sp>
        <p:nvSpPr>
          <p:cNvPr id="27" name="Rounded Rectangle 102">
            <a:extLst>
              <a:ext uri="{FF2B5EF4-FFF2-40B4-BE49-F238E27FC236}">
                <a16:creationId xmlns:a16="http://schemas.microsoft.com/office/drawing/2014/main" id="{F37DF3F7-A889-BD6E-6D36-FEEB40ABFC49}"/>
              </a:ext>
            </a:extLst>
          </p:cNvPr>
          <p:cNvSpPr/>
          <p:nvPr/>
        </p:nvSpPr>
        <p:spPr>
          <a:xfrm>
            <a:off x="8249532" y="11670559"/>
            <a:ext cx="3965407" cy="5157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D47A2-36C1-0206-23FF-E4DE4F21912A}"/>
              </a:ext>
            </a:extLst>
          </p:cNvPr>
          <p:cNvSpPr txBox="1"/>
          <p:nvPr/>
        </p:nvSpPr>
        <p:spPr>
          <a:xfrm>
            <a:off x="9103966" y="11774460"/>
            <a:ext cx="2792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</a:rPr>
              <a:t>Analytica</a:t>
            </a:r>
            <a:r>
              <a:rPr lang="en-US" altLang="zh-CN" sz="2000" dirty="0">
                <a:solidFill>
                  <a:prstClr val="black"/>
                </a:solidFill>
              </a:rPr>
              <a:t>l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Models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0969139-6442-57DF-E79E-19EE2FAFDD5D}"/>
              </a:ext>
            </a:extLst>
          </p:cNvPr>
          <p:cNvSpPr/>
          <p:nvPr/>
        </p:nvSpPr>
        <p:spPr>
          <a:xfrm>
            <a:off x="12870824" y="9792499"/>
            <a:ext cx="4464175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9CAAA-FC62-7F82-3C0F-2FD162D8D91B}"/>
              </a:ext>
            </a:extLst>
          </p:cNvPr>
          <p:cNvSpPr txBox="1"/>
          <p:nvPr/>
        </p:nvSpPr>
        <p:spPr>
          <a:xfrm>
            <a:off x="13895731" y="9850751"/>
            <a:ext cx="2302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AI Engines</a:t>
            </a:r>
          </a:p>
        </p:txBody>
      </p:sp>
      <p:sp>
        <p:nvSpPr>
          <p:cNvPr id="34" name="Rounded Rectangle 104">
            <a:extLst>
              <a:ext uri="{FF2B5EF4-FFF2-40B4-BE49-F238E27FC236}">
                <a16:creationId xmlns:a16="http://schemas.microsoft.com/office/drawing/2014/main" id="{A13943F7-EC2B-5BA0-6F1D-12C72ABE4F0F}"/>
              </a:ext>
            </a:extLst>
          </p:cNvPr>
          <p:cNvSpPr/>
          <p:nvPr/>
        </p:nvSpPr>
        <p:spPr>
          <a:xfrm>
            <a:off x="13056067" y="10529020"/>
            <a:ext cx="3965408" cy="43788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ounded Rectangle 102">
            <a:extLst>
              <a:ext uri="{FF2B5EF4-FFF2-40B4-BE49-F238E27FC236}">
                <a16:creationId xmlns:a16="http://schemas.microsoft.com/office/drawing/2014/main" id="{293A2293-C52D-762E-9751-8A62B10C51F5}"/>
              </a:ext>
            </a:extLst>
          </p:cNvPr>
          <p:cNvSpPr/>
          <p:nvPr/>
        </p:nvSpPr>
        <p:spPr>
          <a:xfrm>
            <a:off x="13079170" y="11067533"/>
            <a:ext cx="3965407" cy="5157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7724C8-D6D7-10AD-0397-66AF1F9D5625}"/>
              </a:ext>
            </a:extLst>
          </p:cNvPr>
          <p:cNvSpPr txBox="1"/>
          <p:nvPr/>
        </p:nvSpPr>
        <p:spPr>
          <a:xfrm>
            <a:off x="13791934" y="10564254"/>
            <a:ext cx="25709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Traditional ML Models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C5ABD6-F4E9-B1BE-5338-278E21578801}"/>
              </a:ext>
            </a:extLst>
          </p:cNvPr>
          <p:cNvSpPr txBox="1"/>
          <p:nvPr/>
        </p:nvSpPr>
        <p:spPr>
          <a:xfrm>
            <a:off x="13789297" y="11149004"/>
            <a:ext cx="2792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Deep Learning Models</a:t>
            </a:r>
          </a:p>
        </p:txBody>
      </p:sp>
      <p:sp>
        <p:nvSpPr>
          <p:cNvPr id="45" name="Rounded Rectangle 102">
            <a:extLst>
              <a:ext uri="{FF2B5EF4-FFF2-40B4-BE49-F238E27FC236}">
                <a16:creationId xmlns:a16="http://schemas.microsoft.com/office/drawing/2014/main" id="{3829A424-3911-C5EB-F7B6-9F2A1B477916}"/>
              </a:ext>
            </a:extLst>
          </p:cNvPr>
          <p:cNvSpPr/>
          <p:nvPr/>
        </p:nvSpPr>
        <p:spPr>
          <a:xfrm>
            <a:off x="13079170" y="11677680"/>
            <a:ext cx="3965407" cy="5157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3158F5-608B-CC85-134E-5F9DC460BB41}"/>
              </a:ext>
            </a:extLst>
          </p:cNvPr>
          <p:cNvSpPr txBox="1"/>
          <p:nvPr/>
        </p:nvSpPr>
        <p:spPr>
          <a:xfrm>
            <a:off x="13608972" y="11743517"/>
            <a:ext cx="2987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</a:rPr>
              <a:t>Decision &amp; Optimization AI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8B4B363-3443-8793-A72E-7E808EB2528E}"/>
              </a:ext>
            </a:extLst>
          </p:cNvPr>
          <p:cNvSpPr/>
          <p:nvPr/>
        </p:nvSpPr>
        <p:spPr>
          <a:xfrm>
            <a:off x="23666253" y="9818049"/>
            <a:ext cx="4464175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D5CD62-61D8-2D15-F638-57913E9D8D63}"/>
              </a:ext>
            </a:extLst>
          </p:cNvPr>
          <p:cNvSpPr txBox="1"/>
          <p:nvPr/>
        </p:nvSpPr>
        <p:spPr>
          <a:xfrm>
            <a:off x="23817448" y="9895351"/>
            <a:ext cx="3455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Network Controllers</a:t>
            </a:r>
          </a:p>
        </p:txBody>
      </p:sp>
      <p:pic>
        <p:nvPicPr>
          <p:cNvPr id="77" name="Content Placeholder 43" descr="Icons_card_AI">
            <a:extLst>
              <a:ext uri="{FF2B5EF4-FFF2-40B4-BE49-F238E27FC236}">
                <a16:creationId xmlns:a16="http://schemas.microsoft.com/office/drawing/2014/main" id="{B4860D6F-55E0-5D5B-C91C-197974DE2908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DFE0E0"/>
              </a:clrFrom>
              <a:clrTo>
                <a:srgbClr val="DFE0E0">
                  <a:alpha val="0"/>
                </a:srgbClr>
              </a:clrTo>
            </a:clrChange>
            <a:biLevel thresh="75000"/>
          </a:blip>
          <a:srcRect l="31745" t="20627" r="32042" b="24564"/>
          <a:stretch>
            <a:fillRect/>
          </a:stretch>
        </p:blipFill>
        <p:spPr>
          <a:xfrm>
            <a:off x="15940158" y="9837888"/>
            <a:ext cx="585502" cy="59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Picture 77" descr="SDN">
            <a:extLst>
              <a:ext uri="{FF2B5EF4-FFF2-40B4-BE49-F238E27FC236}">
                <a16:creationId xmlns:a16="http://schemas.microsoft.com/office/drawing/2014/main" id="{F23E9903-B956-1443-A163-5728C19092E6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502" t="11753" r="14560" b="49993"/>
          <a:stretch>
            <a:fillRect/>
          </a:stretch>
        </p:blipFill>
        <p:spPr>
          <a:xfrm>
            <a:off x="26968490" y="9903307"/>
            <a:ext cx="789146" cy="575221"/>
          </a:xfrm>
          <a:prstGeom prst="rect">
            <a:avLst/>
          </a:prstGeom>
        </p:spPr>
      </p:pic>
      <p:sp>
        <p:nvSpPr>
          <p:cNvPr id="81" name="Rounded Rectangle 104">
            <a:extLst>
              <a:ext uri="{FF2B5EF4-FFF2-40B4-BE49-F238E27FC236}">
                <a16:creationId xmlns:a16="http://schemas.microsoft.com/office/drawing/2014/main" id="{5DA8D247-8879-36E3-120D-FD222EE42099}"/>
              </a:ext>
            </a:extLst>
          </p:cNvPr>
          <p:cNvSpPr/>
          <p:nvPr/>
        </p:nvSpPr>
        <p:spPr>
          <a:xfrm>
            <a:off x="23927714" y="10512166"/>
            <a:ext cx="3965408" cy="43788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3" name="Rounded Rectangle 102">
            <a:extLst>
              <a:ext uri="{FF2B5EF4-FFF2-40B4-BE49-F238E27FC236}">
                <a16:creationId xmlns:a16="http://schemas.microsoft.com/office/drawing/2014/main" id="{6A1B0F7D-3339-5FAA-50B5-A9AD51A1EE7F}"/>
              </a:ext>
            </a:extLst>
          </p:cNvPr>
          <p:cNvSpPr/>
          <p:nvPr/>
        </p:nvSpPr>
        <p:spPr>
          <a:xfrm>
            <a:off x="23950817" y="11050679"/>
            <a:ext cx="3965407" cy="5157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ECE55B9-D8B8-C0C8-2001-911CF4978ED8}"/>
              </a:ext>
            </a:extLst>
          </p:cNvPr>
          <p:cNvSpPr txBox="1"/>
          <p:nvPr/>
        </p:nvSpPr>
        <p:spPr>
          <a:xfrm>
            <a:off x="24103217" y="10547400"/>
            <a:ext cx="38044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/>
              <a:t>Path Computation &amp; Provisioning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3291E6-7681-8009-F3E0-808F1A15F721}"/>
              </a:ext>
            </a:extLst>
          </p:cNvPr>
          <p:cNvSpPr txBox="1"/>
          <p:nvPr/>
        </p:nvSpPr>
        <p:spPr>
          <a:xfrm>
            <a:off x="24392450" y="11131113"/>
            <a:ext cx="3317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Cross-Domain Orchestration</a:t>
            </a:r>
          </a:p>
        </p:txBody>
      </p:sp>
      <p:sp>
        <p:nvSpPr>
          <p:cNvPr id="86" name="Rounded Rectangle 102">
            <a:extLst>
              <a:ext uri="{FF2B5EF4-FFF2-40B4-BE49-F238E27FC236}">
                <a16:creationId xmlns:a16="http://schemas.microsoft.com/office/drawing/2014/main" id="{23028F38-62A8-5475-8BA3-46819939CEE9}"/>
              </a:ext>
            </a:extLst>
          </p:cNvPr>
          <p:cNvSpPr/>
          <p:nvPr/>
        </p:nvSpPr>
        <p:spPr>
          <a:xfrm>
            <a:off x="23950817" y="11660826"/>
            <a:ext cx="3965407" cy="5157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F7D2023-A1E5-63C5-C30F-47E18E11D556}"/>
              </a:ext>
            </a:extLst>
          </p:cNvPr>
          <p:cNvSpPr txBox="1"/>
          <p:nvPr/>
        </p:nvSpPr>
        <p:spPr>
          <a:xfrm>
            <a:off x="24100471" y="11726663"/>
            <a:ext cx="3669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</a:rPr>
              <a:t>Policy-based Closed-loop Control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TextBox 58">
            <a:extLst>
              <a:ext uri="{FF2B5EF4-FFF2-40B4-BE49-F238E27FC236}">
                <a16:creationId xmlns:a16="http://schemas.microsoft.com/office/drawing/2014/main" id="{F6541EE3-C5B6-223D-25EB-96309DBA096A}"/>
              </a:ext>
            </a:extLst>
          </p:cNvPr>
          <p:cNvSpPr txBox="1"/>
          <p:nvPr/>
        </p:nvSpPr>
        <p:spPr>
          <a:xfrm>
            <a:off x="9918213" y="17382163"/>
            <a:ext cx="4699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Network Configuration Info</a:t>
            </a:r>
          </a:p>
        </p:txBody>
      </p:sp>
      <p:sp>
        <p:nvSpPr>
          <p:cNvPr id="104" name="TextBox 58">
            <a:extLst>
              <a:ext uri="{FF2B5EF4-FFF2-40B4-BE49-F238E27FC236}">
                <a16:creationId xmlns:a16="http://schemas.microsoft.com/office/drawing/2014/main" id="{6989F67D-F273-6907-DFBD-7694CED5F9C2}"/>
              </a:ext>
            </a:extLst>
          </p:cNvPr>
          <p:cNvSpPr txBox="1"/>
          <p:nvPr/>
        </p:nvSpPr>
        <p:spPr>
          <a:xfrm>
            <a:off x="16545799" y="17422545"/>
            <a:ext cx="3504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Telemetry Protocols</a:t>
            </a:r>
          </a:p>
        </p:txBody>
      </p:sp>
      <p:sp>
        <p:nvSpPr>
          <p:cNvPr id="105" name="TextBox 58">
            <a:extLst>
              <a:ext uri="{FF2B5EF4-FFF2-40B4-BE49-F238E27FC236}">
                <a16:creationId xmlns:a16="http://schemas.microsoft.com/office/drawing/2014/main" id="{BB199C1E-FDBE-F34F-0CA3-900FE66AE038}"/>
              </a:ext>
            </a:extLst>
          </p:cNvPr>
          <p:cNvSpPr txBox="1"/>
          <p:nvPr/>
        </p:nvSpPr>
        <p:spPr>
          <a:xfrm>
            <a:off x="21421463" y="17349890"/>
            <a:ext cx="5332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GB" sz="2800" b="1" i="1" dirty="0">
                <a:latin typeface="Calibri" panose="020F0502020204030204"/>
              </a:rPr>
              <a:t>Performance Monitoring | Sensing</a:t>
            </a:r>
          </a:p>
        </p:txBody>
      </p:sp>
      <p:sp>
        <p:nvSpPr>
          <p:cNvPr id="110" name="Arrow: Bent-Up 109">
            <a:extLst>
              <a:ext uri="{FF2B5EF4-FFF2-40B4-BE49-F238E27FC236}">
                <a16:creationId xmlns:a16="http://schemas.microsoft.com/office/drawing/2014/main" id="{9A2F26D2-AC1F-9D43-7512-04227383CE0A}"/>
              </a:ext>
            </a:extLst>
          </p:cNvPr>
          <p:cNvSpPr/>
          <p:nvPr/>
        </p:nvSpPr>
        <p:spPr>
          <a:xfrm rot="16200000" flipH="1">
            <a:off x="24586264" y="14735638"/>
            <a:ext cx="8472939" cy="1454395"/>
          </a:xfrm>
          <a:prstGeom prst="bentUpArrow">
            <a:avLst>
              <a:gd name="adj1" fmla="val 25000"/>
              <a:gd name="adj2" fmla="val 27078"/>
              <a:gd name="adj3" fmla="val 25000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B524A092-9AD8-0778-9D04-710560FFBE12}"/>
              </a:ext>
            </a:extLst>
          </p:cNvPr>
          <p:cNvSpPr/>
          <p:nvPr/>
        </p:nvSpPr>
        <p:spPr>
          <a:xfrm>
            <a:off x="17940430" y="9792499"/>
            <a:ext cx="4856521" cy="25694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E49F4D2-6D16-A3AA-B1E8-E1ADC364F08B}"/>
              </a:ext>
            </a:extLst>
          </p:cNvPr>
          <p:cNvSpPr txBox="1"/>
          <p:nvPr/>
        </p:nvSpPr>
        <p:spPr>
          <a:xfrm>
            <a:off x="19196223" y="9881629"/>
            <a:ext cx="2302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Orchestrator</a:t>
            </a:r>
          </a:p>
        </p:txBody>
      </p:sp>
      <p:sp>
        <p:nvSpPr>
          <p:cNvPr id="117" name="Text Box 8">
            <a:extLst>
              <a:ext uri="{FF2B5EF4-FFF2-40B4-BE49-F238E27FC236}">
                <a16:creationId xmlns:a16="http://schemas.microsoft.com/office/drawing/2014/main" id="{A4192E10-08D2-027D-E256-8938493A597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094041" y="10360672"/>
            <a:ext cx="3883523" cy="17544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2000" dirty="0"/>
              <a:t>1. Task Graph construction</a:t>
            </a:r>
          </a:p>
          <a:p>
            <a:r>
              <a:rPr lang="en-US" altLang="en-GB" sz="2000" dirty="0"/>
              <a:t>2. </a:t>
            </a:r>
            <a:r>
              <a:rPr lang="en-GB" altLang="en-US" sz="2000" dirty="0"/>
              <a:t>KPI catalogue</a:t>
            </a:r>
            <a:r>
              <a:rPr lang="en-US" altLang="en-GB" sz="2000" dirty="0"/>
              <a:t>s</a:t>
            </a:r>
            <a:endParaRPr lang="en-GB" altLang="en-US" sz="2000" dirty="0"/>
          </a:p>
          <a:p>
            <a:r>
              <a:rPr lang="en-GB" altLang="en-US" sz="2000" dirty="0"/>
              <a:t>3. Optimisation Strategies</a:t>
            </a:r>
          </a:p>
          <a:p>
            <a:r>
              <a:rPr lang="en-US" altLang="en-GB" sz="2000" dirty="0"/>
              <a:t>4. Agent coordination</a:t>
            </a:r>
            <a:endParaRPr lang="en-GB" altLang="en-US" sz="2000" dirty="0"/>
          </a:p>
          <a:p>
            <a:r>
              <a:rPr lang="en-GB" sz="2000" dirty="0"/>
              <a:t>5. State tracking</a:t>
            </a:r>
          </a:p>
          <a:p>
            <a:r>
              <a:rPr lang="en-GB" sz="2000" dirty="0"/>
              <a:t>6. Execution Control</a:t>
            </a:r>
          </a:p>
        </p:txBody>
      </p:sp>
      <p:pic>
        <p:nvPicPr>
          <p:cNvPr id="118" name="Content Placeholder 18" descr="orchestrator">
            <a:extLst>
              <a:ext uri="{FF2B5EF4-FFF2-40B4-BE49-F238E27FC236}">
                <a16:creationId xmlns:a16="http://schemas.microsoft.com/office/drawing/2014/main" id="{AEF78378-842C-517A-29B9-A7FA4C26A784}"/>
              </a:ext>
            </a:extLst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770" r="21973"/>
          <a:stretch>
            <a:fillRect/>
          </a:stretch>
        </p:blipFill>
        <p:spPr bwMode="auto">
          <a:xfrm>
            <a:off x="20796409" y="10779920"/>
            <a:ext cx="1930516" cy="130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115DDD7B-AA15-AFB9-2027-9066D5A9E2F6}"/>
              </a:ext>
            </a:extLst>
          </p:cNvPr>
          <p:cNvSpPr txBox="1"/>
          <p:nvPr/>
        </p:nvSpPr>
        <p:spPr>
          <a:xfrm>
            <a:off x="9480303" y="14209965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BDCEB42-1A75-4129-50C1-448280A028DB}"/>
              </a:ext>
            </a:extLst>
          </p:cNvPr>
          <p:cNvSpPr txBox="1"/>
          <p:nvPr/>
        </p:nvSpPr>
        <p:spPr>
          <a:xfrm>
            <a:off x="23105808" y="14299890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75" name="Up Arrow 490">
            <a:extLst>
              <a:ext uri="{FF2B5EF4-FFF2-40B4-BE49-F238E27FC236}">
                <a16:creationId xmlns:a16="http://schemas.microsoft.com/office/drawing/2014/main" id="{A4B3D430-D67B-C0B8-5C92-B9EBE3916D92}"/>
              </a:ext>
            </a:extLst>
          </p:cNvPr>
          <p:cNvSpPr/>
          <p:nvPr/>
        </p:nvSpPr>
        <p:spPr>
          <a:xfrm>
            <a:off x="11215487" y="14466721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6" name="Up Arrow 490">
            <a:extLst>
              <a:ext uri="{FF2B5EF4-FFF2-40B4-BE49-F238E27FC236}">
                <a16:creationId xmlns:a16="http://schemas.microsoft.com/office/drawing/2014/main" id="{08945259-5EAE-F733-BE8D-AA9B7038B8D0}"/>
              </a:ext>
            </a:extLst>
          </p:cNvPr>
          <p:cNvSpPr/>
          <p:nvPr/>
        </p:nvSpPr>
        <p:spPr>
          <a:xfrm>
            <a:off x="24832465" y="14452984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2C676AE-90A1-F902-922F-AF0EBC2429AC}"/>
              </a:ext>
            </a:extLst>
          </p:cNvPr>
          <p:cNvSpPr txBox="1"/>
          <p:nvPr/>
        </p:nvSpPr>
        <p:spPr>
          <a:xfrm>
            <a:off x="12163901" y="14200146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B801589-3A1C-1EEF-617D-436A125122C1}"/>
              </a:ext>
            </a:extLst>
          </p:cNvPr>
          <p:cNvSpPr txBox="1"/>
          <p:nvPr/>
        </p:nvSpPr>
        <p:spPr>
          <a:xfrm>
            <a:off x="25723211" y="14242502"/>
            <a:ext cx="1304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……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8D2BBFC-45BD-B303-6C87-2BD9776E77B6}"/>
              </a:ext>
            </a:extLst>
          </p:cNvPr>
          <p:cNvSpPr/>
          <p:nvPr/>
        </p:nvSpPr>
        <p:spPr>
          <a:xfrm>
            <a:off x="7876476" y="9628019"/>
            <a:ext cx="9716662" cy="2978287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C4AD797-B913-5369-32C4-43EA44D9CD7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021309" y="7593547"/>
            <a:ext cx="2668342" cy="1222525"/>
          </a:xfrm>
          <a:prstGeom prst="roundRect">
            <a:avLst>
              <a:gd name="adj" fmla="val 684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83" name="Text Box 4">
            <a:extLst>
              <a:ext uri="{FF2B5EF4-FFF2-40B4-BE49-F238E27FC236}">
                <a16:creationId xmlns:a16="http://schemas.microsoft.com/office/drawing/2014/main" id="{6A66847B-E401-6763-FAD2-8AA26D83441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751281" y="7732434"/>
            <a:ext cx="2321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User </a:t>
            </a:r>
          </a:p>
          <a:p>
            <a:pPr algn="ctr"/>
            <a:r>
              <a:rPr lang="en-US" altLang="en-GB" sz="2800" b="1" dirty="0"/>
              <a:t>Request</a:t>
            </a:r>
          </a:p>
        </p:txBody>
      </p:sp>
      <p:pic>
        <p:nvPicPr>
          <p:cNvPr id="184" name="Graphic 183" descr="Programmer male outline">
            <a:extLst>
              <a:ext uri="{FF2B5EF4-FFF2-40B4-BE49-F238E27FC236}">
                <a16:creationId xmlns:a16="http://schemas.microsoft.com/office/drawing/2014/main" id="{4CC01217-F17A-BA17-3956-A4C9482BB76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520294" y="7597686"/>
            <a:ext cx="1224602" cy="1153220"/>
          </a:xfrm>
          <a:prstGeom prst="rect">
            <a:avLst/>
          </a:prstGeom>
        </p:spPr>
      </p:pic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CDC9FFDC-E7A8-5F44-DE8F-61BC042B855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770303" y="7717203"/>
            <a:ext cx="1901464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86" name="Text Box 4">
            <a:extLst>
              <a:ext uri="{FF2B5EF4-FFF2-40B4-BE49-F238E27FC236}">
                <a16:creationId xmlns:a16="http://schemas.microsoft.com/office/drawing/2014/main" id="{C14AF205-D6F4-CEE4-2485-706D921197C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595022" y="7811780"/>
            <a:ext cx="22901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Planner </a:t>
            </a:r>
          </a:p>
          <a:p>
            <a:pPr algn="ctr"/>
            <a:r>
              <a:rPr lang="en-US" altLang="en-GB" sz="2800" b="1" dirty="0"/>
              <a:t>Agent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B70236A6-2A9E-29AE-9C13-AF0B384C8B0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4648468" y="7699942"/>
            <a:ext cx="2481207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88" name="Text Box 4">
            <a:extLst>
              <a:ext uri="{FF2B5EF4-FFF2-40B4-BE49-F238E27FC236}">
                <a16:creationId xmlns:a16="http://schemas.microsoft.com/office/drawing/2014/main" id="{2EF47330-409A-C9BE-DA74-920AAA62896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4533660" y="7769987"/>
            <a:ext cx="2723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Scenario Expansion Agent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F36D05B7-D769-8144-5262-DC7B3AA4919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8052929" y="7731282"/>
            <a:ext cx="2481207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90" name="Text Box 4">
            <a:extLst>
              <a:ext uri="{FF2B5EF4-FFF2-40B4-BE49-F238E27FC236}">
                <a16:creationId xmlns:a16="http://schemas.microsoft.com/office/drawing/2014/main" id="{AD5B5B48-A3B6-B463-BF48-5F561395837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958270" y="7850139"/>
            <a:ext cx="2723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Result</a:t>
            </a:r>
            <a:r>
              <a:rPr lang="en-US" altLang="zh-CN" sz="2800" b="1" dirty="0"/>
              <a:t>s</a:t>
            </a:r>
            <a:r>
              <a:rPr lang="en-US" altLang="en-GB" sz="2800" b="1" dirty="0"/>
              <a:t> Analysis Agent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0EF2A126-2AA5-7FA8-1F7A-58255F45D10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1298740" y="7692220"/>
            <a:ext cx="1992331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92" name="Text Box 4">
            <a:extLst>
              <a:ext uri="{FF2B5EF4-FFF2-40B4-BE49-F238E27FC236}">
                <a16:creationId xmlns:a16="http://schemas.microsoft.com/office/drawing/2014/main" id="{9F18BFDC-4958-EDEC-23A3-AD11261F8D2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0850496" y="7831778"/>
            <a:ext cx="2723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Reflection </a:t>
            </a:r>
          </a:p>
          <a:p>
            <a:pPr algn="ctr"/>
            <a:r>
              <a:rPr lang="en-US" altLang="en-GB" sz="2800" b="1" dirty="0"/>
              <a:t>Agent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AE7BC5AB-A9AC-A804-ABC2-EAD11EEADA0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4184543" y="7677268"/>
            <a:ext cx="1609527" cy="1125193"/>
          </a:xfrm>
          <a:prstGeom prst="roundRect">
            <a:avLst>
              <a:gd name="adj" fmla="val 684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26" dirty="0"/>
          </a:p>
        </p:txBody>
      </p:sp>
      <p:sp>
        <p:nvSpPr>
          <p:cNvPr id="194" name="Text Box 4">
            <a:extLst>
              <a:ext uri="{FF2B5EF4-FFF2-40B4-BE49-F238E27FC236}">
                <a16:creationId xmlns:a16="http://schemas.microsoft.com/office/drawing/2014/main" id="{418149ED-6ACC-B70D-B9A6-F8DF6F0EAE2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3639960" y="7775314"/>
            <a:ext cx="25852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Report </a:t>
            </a:r>
          </a:p>
          <a:p>
            <a:pPr algn="ctr"/>
            <a:r>
              <a:rPr lang="en-US" altLang="en-GB" sz="2800" b="1" dirty="0"/>
              <a:t>Agent</a:t>
            </a:r>
          </a:p>
        </p:txBody>
      </p:sp>
      <p:sp>
        <p:nvSpPr>
          <p:cNvPr id="195" name="Up Arrow 490">
            <a:extLst>
              <a:ext uri="{FF2B5EF4-FFF2-40B4-BE49-F238E27FC236}">
                <a16:creationId xmlns:a16="http://schemas.microsoft.com/office/drawing/2014/main" id="{6BE13A7E-90DC-15C4-E8D3-C1B2E1EA7765}"/>
              </a:ext>
            </a:extLst>
          </p:cNvPr>
          <p:cNvSpPr/>
          <p:nvPr/>
        </p:nvSpPr>
        <p:spPr>
          <a:xfrm rot="5400000">
            <a:off x="13921268" y="7947286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8" name="Up Arrow 490">
            <a:extLst>
              <a:ext uri="{FF2B5EF4-FFF2-40B4-BE49-F238E27FC236}">
                <a16:creationId xmlns:a16="http://schemas.microsoft.com/office/drawing/2014/main" id="{BA68CA54-B073-F916-BBF3-4766445D358A}"/>
              </a:ext>
            </a:extLst>
          </p:cNvPr>
          <p:cNvSpPr/>
          <p:nvPr/>
        </p:nvSpPr>
        <p:spPr>
          <a:xfrm rot="5400000">
            <a:off x="20658263" y="8026978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9" name="Up Arrow 490">
            <a:extLst>
              <a:ext uri="{FF2B5EF4-FFF2-40B4-BE49-F238E27FC236}">
                <a16:creationId xmlns:a16="http://schemas.microsoft.com/office/drawing/2014/main" id="{F88A0FE2-8807-6061-A407-EF43F9CE8B6F}"/>
              </a:ext>
            </a:extLst>
          </p:cNvPr>
          <p:cNvSpPr/>
          <p:nvPr/>
        </p:nvSpPr>
        <p:spPr>
          <a:xfrm rot="5400000">
            <a:off x="23474031" y="8077659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88E1D9DA-CCA1-EB06-BC14-A738685AA751}"/>
              </a:ext>
            </a:extLst>
          </p:cNvPr>
          <p:cNvSpPr/>
          <p:nvPr/>
        </p:nvSpPr>
        <p:spPr>
          <a:xfrm>
            <a:off x="11554189" y="6906064"/>
            <a:ext cx="14507769" cy="2142235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Up Arrow 490">
            <a:extLst>
              <a:ext uri="{FF2B5EF4-FFF2-40B4-BE49-F238E27FC236}">
                <a16:creationId xmlns:a16="http://schemas.microsoft.com/office/drawing/2014/main" id="{74A9014E-DC67-5007-7D83-E3384F22387B}"/>
              </a:ext>
            </a:extLst>
          </p:cNvPr>
          <p:cNvSpPr/>
          <p:nvPr/>
        </p:nvSpPr>
        <p:spPr>
          <a:xfrm rot="3156147">
            <a:off x="17585943" y="8896912"/>
            <a:ext cx="547587" cy="754077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7" name="Up Arrow 490">
            <a:extLst>
              <a:ext uri="{FF2B5EF4-FFF2-40B4-BE49-F238E27FC236}">
                <a16:creationId xmlns:a16="http://schemas.microsoft.com/office/drawing/2014/main" id="{763CF98A-D786-7D36-98E9-B4FCCB6CF9D2}"/>
              </a:ext>
            </a:extLst>
          </p:cNvPr>
          <p:cNvSpPr/>
          <p:nvPr/>
        </p:nvSpPr>
        <p:spPr>
          <a:xfrm rot="5400000">
            <a:off x="22964241" y="10649070"/>
            <a:ext cx="563110" cy="775308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FE24627-0BA5-A118-B86E-35E083BC8A74}"/>
              </a:ext>
            </a:extLst>
          </p:cNvPr>
          <p:cNvSpPr/>
          <p:nvPr/>
        </p:nvSpPr>
        <p:spPr>
          <a:xfrm flipV="1">
            <a:off x="28328766" y="10811163"/>
            <a:ext cx="1221165" cy="4152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BA393E9-949B-5963-9715-E2C760E45B07}"/>
              </a:ext>
            </a:extLst>
          </p:cNvPr>
          <p:cNvSpPr txBox="1"/>
          <p:nvPr/>
        </p:nvSpPr>
        <p:spPr>
          <a:xfrm>
            <a:off x="16396464" y="7069547"/>
            <a:ext cx="5958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LLM-Driven Multi Agents (Agentic AI)</a:t>
            </a:r>
          </a:p>
        </p:txBody>
      </p:sp>
      <p:sp>
        <p:nvSpPr>
          <p:cNvPr id="211" name="Up Arrow 490">
            <a:extLst>
              <a:ext uri="{FF2B5EF4-FFF2-40B4-BE49-F238E27FC236}">
                <a16:creationId xmlns:a16="http://schemas.microsoft.com/office/drawing/2014/main" id="{A0A441BC-59E5-4DA9-1DCC-73EE0607670D}"/>
              </a:ext>
            </a:extLst>
          </p:cNvPr>
          <p:cNvSpPr/>
          <p:nvPr/>
        </p:nvSpPr>
        <p:spPr>
          <a:xfrm rot="5400000">
            <a:off x="26806276" y="7260177"/>
            <a:ext cx="563110" cy="77530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2" name="Text Box 4">
            <a:extLst>
              <a:ext uri="{FF2B5EF4-FFF2-40B4-BE49-F238E27FC236}">
                <a16:creationId xmlns:a16="http://schemas.microsoft.com/office/drawing/2014/main" id="{A0A3DE47-105D-8636-ACEC-18DBEB25AD4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7644470" y="7461520"/>
            <a:ext cx="184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/>
              <a:t>Data flow</a:t>
            </a:r>
          </a:p>
        </p:txBody>
      </p:sp>
      <p:sp>
        <p:nvSpPr>
          <p:cNvPr id="213" name="Up Arrow 490">
            <a:extLst>
              <a:ext uri="{FF2B5EF4-FFF2-40B4-BE49-F238E27FC236}">
                <a16:creationId xmlns:a16="http://schemas.microsoft.com/office/drawing/2014/main" id="{EB2EEE1D-8AC0-3E42-DB91-453C0A205840}"/>
              </a:ext>
            </a:extLst>
          </p:cNvPr>
          <p:cNvSpPr/>
          <p:nvPr/>
        </p:nvSpPr>
        <p:spPr>
          <a:xfrm rot="5400000">
            <a:off x="10831478" y="7929907"/>
            <a:ext cx="567729" cy="66091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Up Arrow 490">
            <a:extLst>
              <a:ext uri="{FF2B5EF4-FFF2-40B4-BE49-F238E27FC236}">
                <a16:creationId xmlns:a16="http://schemas.microsoft.com/office/drawing/2014/main" id="{483DE09F-FCDA-E5E3-D7F8-3A14D355E019}"/>
              </a:ext>
            </a:extLst>
          </p:cNvPr>
          <p:cNvSpPr/>
          <p:nvPr/>
        </p:nvSpPr>
        <p:spPr>
          <a:xfrm rot="10800000">
            <a:off x="15541261" y="8919518"/>
            <a:ext cx="567729" cy="584745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5" name="Up Arrow 490">
            <a:extLst>
              <a:ext uri="{FF2B5EF4-FFF2-40B4-BE49-F238E27FC236}">
                <a16:creationId xmlns:a16="http://schemas.microsoft.com/office/drawing/2014/main" id="{91748C50-6A6C-7C2A-0713-145CC6A7FC32}"/>
              </a:ext>
            </a:extLst>
          </p:cNvPr>
          <p:cNvSpPr/>
          <p:nvPr/>
        </p:nvSpPr>
        <p:spPr>
          <a:xfrm rot="5400000">
            <a:off x="26797192" y="8178788"/>
            <a:ext cx="563110" cy="775308"/>
          </a:xfrm>
          <a:prstGeom prst="up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9149759D-D2F0-5220-9510-7CCABA3700E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7757636" y="8329061"/>
            <a:ext cx="184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/>
              <a:t>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0D870-D981-602A-871F-04548E4E96C8}"/>
              </a:ext>
            </a:extLst>
          </p:cNvPr>
          <p:cNvSpPr/>
          <p:nvPr/>
        </p:nvSpPr>
        <p:spPr>
          <a:xfrm>
            <a:off x="26505534" y="7162800"/>
            <a:ext cx="2755266" cy="198421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5A035D28-2698-1D57-BC66-790DD588454D}"/>
              </a:ext>
            </a:extLst>
          </p:cNvPr>
          <p:cNvSpPr/>
          <p:nvPr/>
        </p:nvSpPr>
        <p:spPr>
          <a:xfrm>
            <a:off x="10052359" y="12412364"/>
            <a:ext cx="594360" cy="866421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75F8283D-E094-4E4B-2210-5CB2BBC1C97C}"/>
              </a:ext>
            </a:extLst>
          </p:cNvPr>
          <p:cNvSpPr/>
          <p:nvPr/>
        </p:nvSpPr>
        <p:spPr>
          <a:xfrm>
            <a:off x="14703636" y="12412364"/>
            <a:ext cx="594360" cy="866421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C78BB7C4-3099-265A-184D-96AE67B776C4}"/>
              </a:ext>
            </a:extLst>
          </p:cNvPr>
          <p:cNvSpPr/>
          <p:nvPr/>
        </p:nvSpPr>
        <p:spPr>
          <a:xfrm>
            <a:off x="20056122" y="12412671"/>
            <a:ext cx="594360" cy="866421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Up-Down 28">
            <a:extLst>
              <a:ext uri="{FF2B5EF4-FFF2-40B4-BE49-F238E27FC236}">
                <a16:creationId xmlns:a16="http://schemas.microsoft.com/office/drawing/2014/main" id="{122A9F29-9559-EF8E-EEC7-C40E8F73234A}"/>
              </a:ext>
            </a:extLst>
          </p:cNvPr>
          <p:cNvSpPr/>
          <p:nvPr/>
        </p:nvSpPr>
        <p:spPr>
          <a:xfrm>
            <a:off x="20207770" y="9157300"/>
            <a:ext cx="350990" cy="535277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1590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2.6807086614173,&quot;left&quot;:14.85,&quot;top&quot;:59.7,&quot;width&quot;:292.6}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640.7}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7.9807086614173,&quot;left&quot;:14.85,&quot;top&quot;:59.7,&quot;width&quot;:1278.4}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8.65,&quot;left&quot;:43.9,&quot;top&quot;:95.65,&quot;width&quot;:719.35}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77320a-2104-4439-8e41-4619482962b1">
      <Terms xmlns="http://schemas.microsoft.com/office/infopath/2007/PartnerControls"/>
    </lcf76f155ced4ddcb4097134ff3c332f>
    <TaxCatchAll xmlns="edb9d0e4-5370-4cfb-9e4e-bdf6de379f60" xsi:nil="true"/>
    <SharedWithUsers xmlns="f2de5d21-3602-40db-bd20-d3a5bf903838">
      <UserInfo>
        <DisplayName>Sen Shen</DisplayName>
        <AccountId>25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DA6652ACEA6C4BB78F29E0B64371AC" ma:contentTypeVersion="17" ma:contentTypeDescription="Create a new document." ma:contentTypeScope="" ma:versionID="813dfe302b8e3c2bc17c4b92dad7255b">
  <xsd:schema xmlns:xsd="http://www.w3.org/2001/XMLSchema" xmlns:xs="http://www.w3.org/2001/XMLSchema" xmlns:p="http://schemas.microsoft.com/office/2006/metadata/properties" xmlns:ns2="7977320a-2104-4439-8e41-4619482962b1" xmlns:ns3="f2de5d21-3602-40db-bd20-d3a5bf903838" xmlns:ns4="edb9d0e4-5370-4cfb-9e4e-bdf6de379f60" targetNamespace="http://schemas.microsoft.com/office/2006/metadata/properties" ma:root="true" ma:fieldsID="724fb4087a5d458151d9ecc7f867c9bd" ns2:_="" ns3:_="" ns4:_="">
    <xsd:import namespace="7977320a-2104-4439-8e41-4619482962b1"/>
    <xsd:import namespace="f2de5d21-3602-40db-bd20-d3a5bf903838"/>
    <xsd:import namespace="edb9d0e4-5370-4cfb-9e4e-bdf6de379f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77320a-2104-4439-8e41-4619482962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de5d21-3602-40db-bd20-d3a5bf90383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65d5a58-96de-4265-a557-497035372447}" ma:internalName="TaxCatchAll" ma:showField="CatchAllData" ma:web="f2de5d21-3602-40db-bd20-d3a5bf9038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0F7A15-3F20-4E33-A8CF-4001F93CC85D}">
  <ds:schemaRefs/>
</ds:datastoreItem>
</file>

<file path=customXml/itemProps2.xml><?xml version="1.0" encoding="utf-8"?>
<ds:datastoreItem xmlns:ds="http://schemas.openxmlformats.org/officeDocument/2006/customXml" ds:itemID="{35F762D1-3911-4FC2-A369-889738C6EADF}">
  <ds:schemaRefs/>
</ds:datastoreItem>
</file>

<file path=customXml/itemProps3.xml><?xml version="1.0" encoding="utf-8"?>
<ds:datastoreItem xmlns:ds="http://schemas.openxmlformats.org/officeDocument/2006/customXml" ds:itemID="{3DA14D66-58DA-425A-9126-8E743DBD943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553</TotalTime>
  <Words>2776</Words>
  <Application>Microsoft Office PowerPoint</Application>
  <PresentationFormat>自定义</PresentationFormat>
  <Paragraphs>1014</Paragraphs>
  <Slides>29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Times New Roman</vt:lpstr>
      <vt:lpstr>Office 2013 - 2022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2: Machine Learning Enabled Optical Networks</dc:title>
  <dc:creator>Shuangyi Yan</dc:creator>
  <cp:lastModifiedBy>婉馨 赵</cp:lastModifiedBy>
  <cp:revision>5</cp:revision>
  <cp:lastPrinted>2024-05-07T09:18:00Z</cp:lastPrinted>
  <dcterms:created xsi:type="dcterms:W3CDTF">2024-05-03T15:34:00Z</dcterms:created>
  <dcterms:modified xsi:type="dcterms:W3CDTF">2026-09-08T01:12:25Z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0x0101009FDA6652ACEA6C4BB78F29E0B64371AC</vt:lpwstr>
  </property>
  <property fmtid="{D5CDD505-2E9C-101B-9397-08002B2CF9AE}" pid="3" name="MediaServiceImageTags">
    <vt:lpwstr/>
  </property>
  <property fmtid="{D5CDD505-2E9C-101B-9397-08002B2CF9AE}" pid="4" name="ICV">
    <vt:lpwstr>346EE402C71D496FA160DE1B101F1DD3_12</vt:lpwstr>
  </property>
  <property fmtid="{D5CDD505-2E9C-101B-9397-08002B2CF9AE}" pid="5" name="KSOProductBuildVer">
    <vt:lpwstr>2057-12.2.0.23202</vt:lpwstr>
  </property>
</Properties>
</file>